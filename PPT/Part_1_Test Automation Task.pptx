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71" r:id="rId9"/>
    <p:sldId id="268" r:id="rId10"/>
    <p:sldId id="263" r:id="rId11"/>
    <p:sldId id="264" r:id="rId12"/>
    <p:sldId id="269" r:id="rId13"/>
    <p:sldId id="270" r:id="rId14"/>
    <p:sldId id="265" r:id="rId15"/>
    <p:sldId id="267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B60F8-8C83-435B-BEE8-D3657C380392}" v="1" dt="2025-11-15T17:04:13.878"/>
    <p1510:client id="{4BEC33F3-1648-CA46-55B2-0322457CC83B}" v="6" dt="2025-11-16T09:30:55.342"/>
    <p1510:client id="{76D6E576-1EBA-4E86-854E-31B42261DD60}" v="934" dt="2025-11-15T20:23:58.057"/>
    <p1510:client id="{A52BB3EC-CF39-72DA-039D-DD3D5C07FCAF}" v="31" dt="2025-11-16T16:42:04.500"/>
    <p1510:client id="{F52E8B52-B2BF-5328-32DE-F9F14985D5FA}" v="350" dt="2025-11-16T13:14:35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 Prakash C" userId="a730d810dff744dc" providerId="Windows Live" clId="Web-{F52E8B52-B2BF-5328-32DE-F9F14985D5FA}"/>
    <pc:docChg chg="addSld modSld">
      <pc:chgData name="Chandra Prakash C" userId="a730d810dff744dc" providerId="Windows Live" clId="Web-{F52E8B52-B2BF-5328-32DE-F9F14985D5FA}" dt="2025-11-16T13:14:35.096" v="282" actId="20577"/>
      <pc:docMkLst>
        <pc:docMk/>
      </pc:docMkLst>
      <pc:sldChg chg="addSp modSp">
        <pc:chgData name="Chandra Prakash C" userId="a730d810dff744dc" providerId="Windows Live" clId="Web-{F52E8B52-B2BF-5328-32DE-F9F14985D5FA}" dt="2025-11-16T13:14:35.096" v="282" actId="20577"/>
        <pc:sldMkLst>
          <pc:docMk/>
          <pc:sldMk cId="109857222" sldId="256"/>
        </pc:sldMkLst>
        <pc:spChg chg="mod">
          <ac:chgData name="Chandra Prakash C" userId="a730d810dff744dc" providerId="Windows Live" clId="Web-{F52E8B52-B2BF-5328-32DE-F9F14985D5FA}" dt="2025-11-16T10:05:18.305" v="237" actId="1076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Chandra Prakash C" userId="a730d810dff744dc" providerId="Windows Live" clId="Web-{F52E8B52-B2BF-5328-32DE-F9F14985D5FA}" dt="2025-11-16T13:14:35.096" v="282" actId="20577"/>
          <ac:spMkLst>
            <pc:docMk/>
            <pc:sldMk cId="109857222" sldId="256"/>
            <ac:spMk id="4" creationId="{992CA925-4AE3-ED47-F485-56480F910521}"/>
          </ac:spMkLst>
        </pc:spChg>
      </pc:sldChg>
      <pc:sldChg chg="addSp delSp modSp">
        <pc:chgData name="Chandra Prakash C" userId="a730d810dff744dc" providerId="Windows Live" clId="Web-{F52E8B52-B2BF-5328-32DE-F9F14985D5FA}" dt="2025-11-16T09:50:15.273" v="169" actId="1076"/>
        <pc:sldMkLst>
          <pc:docMk/>
          <pc:sldMk cId="2208522027" sldId="263"/>
        </pc:sldMkLst>
        <pc:spChg chg="mod">
          <ac:chgData name="Chandra Prakash C" userId="a730d810dff744dc" providerId="Windows Live" clId="Web-{F52E8B52-B2BF-5328-32DE-F9F14985D5FA}" dt="2025-11-16T09:50:09.460" v="168" actId="20577"/>
          <ac:spMkLst>
            <pc:docMk/>
            <pc:sldMk cId="2208522027" sldId="263"/>
            <ac:spMk id="8" creationId="{3D88A9E5-A532-6625-2A9A-88939FAF6651}"/>
          </ac:spMkLst>
        </pc:spChg>
        <pc:picChg chg="mod">
          <ac:chgData name="Chandra Prakash C" userId="a730d810dff744dc" providerId="Windows Live" clId="Web-{F52E8B52-B2BF-5328-32DE-F9F14985D5FA}" dt="2025-11-16T09:48:23.708" v="154" actId="14100"/>
          <ac:picMkLst>
            <pc:docMk/>
            <pc:sldMk cId="2208522027" sldId="263"/>
            <ac:picMk id="2" creationId="{B3235256-FCFD-C225-B8C7-2D48E397F0F7}"/>
          </ac:picMkLst>
        </pc:picChg>
        <pc:picChg chg="del">
          <ac:chgData name="Chandra Prakash C" userId="a730d810dff744dc" providerId="Windows Live" clId="Web-{F52E8B52-B2BF-5328-32DE-F9F14985D5FA}" dt="2025-11-16T09:39:55.466" v="80"/>
          <ac:picMkLst>
            <pc:docMk/>
            <pc:sldMk cId="2208522027" sldId="263"/>
            <ac:picMk id="3" creationId="{9C15562E-89B6-76A8-B1C7-42320B38DF88}"/>
          </ac:picMkLst>
        </pc:picChg>
        <pc:picChg chg="add mod">
          <ac:chgData name="Chandra Prakash C" userId="a730d810dff744dc" providerId="Windows Live" clId="Web-{F52E8B52-B2BF-5328-32DE-F9F14985D5FA}" dt="2025-11-16T09:50:15.273" v="169" actId="1076"/>
          <ac:picMkLst>
            <pc:docMk/>
            <pc:sldMk cId="2208522027" sldId="263"/>
            <ac:picMk id="7" creationId="{65833CC0-5287-6B81-76E2-92DE451397E6}"/>
          </ac:picMkLst>
        </pc:picChg>
      </pc:sldChg>
      <pc:sldChg chg="delSp modSp">
        <pc:chgData name="Chandra Prakash C" userId="a730d810dff744dc" providerId="Windows Live" clId="Web-{F52E8B52-B2BF-5328-32DE-F9F14985D5FA}" dt="2025-11-16T09:58:22.597" v="197" actId="14100"/>
        <pc:sldMkLst>
          <pc:docMk/>
          <pc:sldMk cId="2330083206" sldId="264"/>
        </pc:sldMkLst>
        <pc:picChg chg="del">
          <ac:chgData name="Chandra Prakash C" userId="a730d810dff744dc" providerId="Windows Live" clId="Web-{F52E8B52-B2BF-5328-32DE-F9F14985D5FA}" dt="2025-11-16T09:57:51.628" v="191"/>
          <ac:picMkLst>
            <pc:docMk/>
            <pc:sldMk cId="2330083206" sldId="264"/>
            <ac:picMk id="10" creationId="{F64AB89E-E984-A630-FE7B-65CA81A16960}"/>
          </ac:picMkLst>
        </pc:picChg>
        <pc:picChg chg="del">
          <ac:chgData name="Chandra Prakash C" userId="a730d810dff744dc" providerId="Windows Live" clId="Web-{F52E8B52-B2BF-5328-32DE-F9F14985D5FA}" dt="2025-11-16T09:57:53.128" v="192"/>
          <ac:picMkLst>
            <pc:docMk/>
            <pc:sldMk cId="2330083206" sldId="264"/>
            <ac:picMk id="11" creationId="{731C1F8B-8648-D40E-2DFE-4FCAE26BBCB6}"/>
          </ac:picMkLst>
        </pc:picChg>
        <pc:picChg chg="mod">
          <ac:chgData name="Chandra Prakash C" userId="a730d810dff744dc" providerId="Windows Live" clId="Web-{F52E8B52-B2BF-5328-32DE-F9F14985D5FA}" dt="2025-11-16T09:58:17.332" v="195" actId="14100"/>
          <ac:picMkLst>
            <pc:docMk/>
            <pc:sldMk cId="2330083206" sldId="264"/>
            <ac:picMk id="12" creationId="{9C752951-E9AB-5056-8D74-763B7C910E94}"/>
          </ac:picMkLst>
        </pc:picChg>
        <pc:picChg chg="mod">
          <ac:chgData name="Chandra Prakash C" userId="a730d810dff744dc" providerId="Windows Live" clId="Web-{F52E8B52-B2BF-5328-32DE-F9F14985D5FA}" dt="2025-11-16T09:58:22.597" v="197" actId="14100"/>
          <ac:picMkLst>
            <pc:docMk/>
            <pc:sldMk cId="2330083206" sldId="264"/>
            <ac:picMk id="13" creationId="{6A27E7B7-91A8-EA1F-9FA9-A96231E7193E}"/>
          </ac:picMkLst>
        </pc:picChg>
      </pc:sldChg>
      <pc:sldChg chg="addSp delSp modSp add replId">
        <pc:chgData name="Chandra Prakash C" userId="a730d810dff744dc" providerId="Windows Live" clId="Web-{F52E8B52-B2BF-5328-32DE-F9F14985D5FA}" dt="2025-11-16T09:42:06.908" v="99" actId="1076"/>
        <pc:sldMkLst>
          <pc:docMk/>
          <pc:sldMk cId="93092685" sldId="268"/>
        </pc:sldMkLst>
        <pc:spChg chg="del mod">
          <ac:chgData name="Chandra Prakash C" userId="a730d810dff744dc" providerId="Windows Live" clId="Web-{F52E8B52-B2BF-5328-32DE-F9F14985D5FA}" dt="2025-11-16T09:37:33.448" v="42"/>
          <ac:spMkLst>
            <pc:docMk/>
            <pc:sldMk cId="93092685" sldId="268"/>
            <ac:spMk id="2" creationId="{1D10B1A6-71DF-A355-1DE4-8588976B6117}"/>
          </ac:spMkLst>
        </pc:spChg>
        <pc:spChg chg="add mod">
          <ac:chgData name="Chandra Prakash C" userId="a730d810dff744dc" providerId="Windows Live" clId="Web-{F52E8B52-B2BF-5328-32DE-F9F14985D5FA}" dt="2025-11-16T09:42:06.908" v="99" actId="1076"/>
          <ac:spMkLst>
            <pc:docMk/>
            <pc:sldMk cId="93092685" sldId="268"/>
            <ac:spMk id="7" creationId="{B650D64F-E335-02A8-D8A5-8B551F44B8A9}"/>
          </ac:spMkLst>
        </pc:spChg>
        <pc:picChg chg="del">
          <ac:chgData name="Chandra Prakash C" userId="a730d810dff744dc" providerId="Windows Live" clId="Web-{F52E8B52-B2BF-5328-32DE-F9F14985D5FA}" dt="2025-11-16T09:35:40.210" v="2"/>
          <ac:picMkLst>
            <pc:docMk/>
            <pc:sldMk cId="93092685" sldId="268"/>
            <ac:picMk id="3" creationId="{046D0DC3-28B7-BB0D-1CC1-102F67D9E38F}"/>
          </ac:picMkLst>
        </pc:picChg>
        <pc:picChg chg="add mod">
          <ac:chgData name="Chandra Prakash C" userId="a730d810dff744dc" providerId="Windows Live" clId="Web-{F52E8B52-B2BF-5328-32DE-F9F14985D5FA}" dt="2025-11-16T09:41:44.062" v="98" actId="14100"/>
          <ac:picMkLst>
            <pc:docMk/>
            <pc:sldMk cId="93092685" sldId="268"/>
            <ac:picMk id="8" creationId="{6259EB05-4BF6-6F48-A003-A7248B3621DE}"/>
          </ac:picMkLst>
        </pc:picChg>
      </pc:sldChg>
      <pc:sldChg chg="delSp modSp add replId">
        <pc:chgData name="Chandra Prakash C" userId="a730d810dff744dc" providerId="Windows Live" clId="Web-{F52E8B52-B2BF-5328-32DE-F9F14985D5FA}" dt="2025-11-16T09:57:27.581" v="190" actId="14100"/>
        <pc:sldMkLst>
          <pc:docMk/>
          <pc:sldMk cId="970786442" sldId="269"/>
        </pc:sldMkLst>
        <pc:spChg chg="mod">
          <ac:chgData name="Chandra Prakash C" userId="a730d810dff744dc" providerId="Windows Live" clId="Web-{F52E8B52-B2BF-5328-32DE-F9F14985D5FA}" dt="2025-11-16T09:51:41.948" v="173" actId="20577"/>
          <ac:spMkLst>
            <pc:docMk/>
            <pc:sldMk cId="970786442" sldId="269"/>
            <ac:spMk id="15" creationId="{66982A2D-09FA-96D9-BE21-3227716FCB6B}"/>
          </ac:spMkLst>
        </pc:spChg>
        <pc:picChg chg="mod">
          <ac:chgData name="Chandra Prakash C" userId="a730d810dff744dc" providerId="Windows Live" clId="Web-{F52E8B52-B2BF-5328-32DE-F9F14985D5FA}" dt="2025-11-16T09:57:24.096" v="189" actId="14100"/>
          <ac:picMkLst>
            <pc:docMk/>
            <pc:sldMk cId="970786442" sldId="269"/>
            <ac:picMk id="10" creationId="{1C54B394-288B-A795-F057-620FFDF0F91C}"/>
          </ac:picMkLst>
        </pc:picChg>
        <pc:picChg chg="mod">
          <ac:chgData name="Chandra Prakash C" userId="a730d810dff744dc" providerId="Windows Live" clId="Web-{F52E8B52-B2BF-5328-32DE-F9F14985D5FA}" dt="2025-11-16T09:57:27.581" v="190" actId="14100"/>
          <ac:picMkLst>
            <pc:docMk/>
            <pc:sldMk cId="970786442" sldId="269"/>
            <ac:picMk id="11" creationId="{A370A954-A3EE-DC93-E0DF-810DC42B177B}"/>
          </ac:picMkLst>
        </pc:picChg>
        <pc:picChg chg="del">
          <ac:chgData name="Chandra Prakash C" userId="a730d810dff744dc" providerId="Windows Live" clId="Web-{F52E8B52-B2BF-5328-32DE-F9F14985D5FA}" dt="2025-11-16T09:51:50.823" v="174"/>
          <ac:picMkLst>
            <pc:docMk/>
            <pc:sldMk cId="970786442" sldId="269"/>
            <ac:picMk id="12" creationId="{252E0B45-433D-3269-5E76-1213F4A0D3B5}"/>
          </ac:picMkLst>
        </pc:picChg>
        <pc:picChg chg="del">
          <ac:chgData name="Chandra Prakash C" userId="a730d810dff744dc" providerId="Windows Live" clId="Web-{F52E8B52-B2BF-5328-32DE-F9F14985D5FA}" dt="2025-11-16T09:51:52.026" v="175"/>
          <ac:picMkLst>
            <pc:docMk/>
            <pc:sldMk cId="970786442" sldId="269"/>
            <ac:picMk id="13" creationId="{18A38787-C0DF-8627-35C6-25262919C39E}"/>
          </ac:picMkLst>
        </pc:picChg>
      </pc:sldChg>
      <pc:sldChg chg="addSp delSp modSp add replId">
        <pc:chgData name="Chandra Prakash C" userId="a730d810dff744dc" providerId="Windows Live" clId="Web-{F52E8B52-B2BF-5328-32DE-F9F14985D5FA}" dt="2025-11-16T10:01:18.710" v="212" actId="20577"/>
        <pc:sldMkLst>
          <pc:docMk/>
          <pc:sldMk cId="4098951938" sldId="270"/>
        </pc:sldMkLst>
        <pc:spChg chg="mod">
          <ac:chgData name="Chandra Prakash C" userId="a730d810dff744dc" providerId="Windows Live" clId="Web-{F52E8B52-B2BF-5328-32DE-F9F14985D5FA}" dt="2025-11-16T10:01:18.710" v="212" actId="20577"/>
          <ac:spMkLst>
            <pc:docMk/>
            <pc:sldMk cId="4098951938" sldId="270"/>
            <ac:spMk id="15" creationId="{EE1FA47D-11F1-9FA8-BEB4-2B49F3D20652}"/>
          </ac:spMkLst>
        </pc:spChg>
        <pc:picChg chg="add mod">
          <ac:chgData name="Chandra Prakash C" userId="a730d810dff744dc" providerId="Windows Live" clId="Web-{F52E8B52-B2BF-5328-32DE-F9F14985D5FA}" dt="2025-11-16T10:00:21.053" v="208" actId="14100"/>
          <ac:picMkLst>
            <pc:docMk/>
            <pc:sldMk cId="4098951938" sldId="270"/>
            <ac:picMk id="2" creationId="{4DACB585-6D81-D220-9FB6-60430C2DF76C}"/>
          </ac:picMkLst>
        </pc:picChg>
        <pc:picChg chg="add mod">
          <ac:chgData name="Chandra Prakash C" userId="a730d810dff744dc" providerId="Windows Live" clId="Web-{F52E8B52-B2BF-5328-32DE-F9F14985D5FA}" dt="2025-11-16T10:00:33.833" v="210" actId="14100"/>
          <ac:picMkLst>
            <pc:docMk/>
            <pc:sldMk cId="4098951938" sldId="270"/>
            <ac:picMk id="3" creationId="{5D60E093-92D1-5AB5-5AC7-FDE9C823F6FE}"/>
          </ac:picMkLst>
        </pc:picChg>
        <pc:picChg chg="del">
          <ac:chgData name="Chandra Prakash C" userId="a730d810dff744dc" providerId="Windows Live" clId="Web-{F52E8B52-B2BF-5328-32DE-F9F14985D5FA}" dt="2025-11-16T09:59:22.254" v="199"/>
          <ac:picMkLst>
            <pc:docMk/>
            <pc:sldMk cId="4098951938" sldId="270"/>
            <ac:picMk id="10" creationId="{89261BD6-58A6-A553-1F5F-E5D035889FBB}"/>
          </ac:picMkLst>
        </pc:picChg>
        <pc:picChg chg="del">
          <ac:chgData name="Chandra Prakash C" userId="a730d810dff744dc" providerId="Windows Live" clId="Web-{F52E8B52-B2BF-5328-32DE-F9F14985D5FA}" dt="2025-11-16T09:59:24.817" v="200"/>
          <ac:picMkLst>
            <pc:docMk/>
            <pc:sldMk cId="4098951938" sldId="270"/>
            <ac:picMk id="11" creationId="{8D013A0E-3669-9957-9712-3A853C133531}"/>
          </ac:picMkLst>
        </pc:picChg>
      </pc:sldChg>
    </pc:docChg>
  </pc:docChgLst>
  <pc:docChgLst>
    <pc:chgData name="Chandra Prakash C" userId="a730d810dff744dc" providerId="Windows Live" clId="Web-{A52BB3EC-CF39-72DA-039D-DD3D5C07FCAF}"/>
    <pc:docChg chg="addSld modSld">
      <pc:chgData name="Chandra Prakash C" userId="a730d810dff744dc" providerId="Windows Live" clId="Web-{A52BB3EC-CF39-72DA-039D-DD3D5C07FCAF}" dt="2025-11-16T16:42:04.500" v="21" actId="20577"/>
      <pc:docMkLst>
        <pc:docMk/>
      </pc:docMkLst>
      <pc:sldChg chg="modSp">
        <pc:chgData name="Chandra Prakash C" userId="a730d810dff744dc" providerId="Windows Live" clId="Web-{A52BB3EC-CF39-72DA-039D-DD3D5C07FCAF}" dt="2025-11-16T16:42:04.500" v="21" actId="20577"/>
        <pc:sldMkLst>
          <pc:docMk/>
          <pc:sldMk cId="109857222" sldId="256"/>
        </pc:sldMkLst>
        <pc:spChg chg="mod">
          <ac:chgData name="Chandra Prakash C" userId="a730d810dff744dc" providerId="Windows Live" clId="Web-{A52BB3EC-CF39-72DA-039D-DD3D5C07FCAF}" dt="2025-11-16T16:42:04.500" v="21" actId="20577"/>
          <ac:spMkLst>
            <pc:docMk/>
            <pc:sldMk cId="109857222" sldId="256"/>
            <ac:spMk id="4" creationId="{992CA925-4AE3-ED47-F485-56480F910521}"/>
          </ac:spMkLst>
        </pc:spChg>
      </pc:sldChg>
      <pc:sldChg chg="addSp delSp modSp add replId">
        <pc:chgData name="Chandra Prakash C" userId="a730d810dff744dc" providerId="Windows Live" clId="Web-{A52BB3EC-CF39-72DA-039D-DD3D5C07FCAF}" dt="2025-11-16T16:06:39.022" v="14" actId="1076"/>
        <pc:sldMkLst>
          <pc:docMk/>
          <pc:sldMk cId="2895887938" sldId="271"/>
        </pc:sldMkLst>
        <pc:spChg chg="mod">
          <ac:chgData name="Chandra Prakash C" userId="a730d810dff744dc" providerId="Windows Live" clId="Web-{A52BB3EC-CF39-72DA-039D-DD3D5C07FCAF}" dt="2025-11-16T16:05:20.158" v="5" actId="20577"/>
          <ac:spMkLst>
            <pc:docMk/>
            <pc:sldMk cId="2895887938" sldId="271"/>
            <ac:spMk id="2" creationId="{A00C23A4-C572-C4E1-70BD-FF768CB873E2}"/>
          </ac:spMkLst>
        </pc:spChg>
        <pc:picChg chg="del">
          <ac:chgData name="Chandra Prakash C" userId="a730d810dff744dc" providerId="Windows Live" clId="Web-{A52BB3EC-CF39-72DA-039D-DD3D5C07FCAF}" dt="2025-11-16T16:05:21.814" v="6"/>
          <ac:picMkLst>
            <pc:docMk/>
            <pc:sldMk cId="2895887938" sldId="271"/>
            <ac:picMk id="3" creationId="{DDA29C24-2F06-13FD-BF1C-A0ED70507E83}"/>
          </ac:picMkLst>
        </pc:picChg>
        <pc:picChg chg="add mod">
          <ac:chgData name="Chandra Prakash C" userId="a730d810dff744dc" providerId="Windows Live" clId="Web-{A52BB3EC-CF39-72DA-039D-DD3D5C07FCAF}" dt="2025-11-16T16:06:39.022" v="14" actId="1076"/>
          <ac:picMkLst>
            <pc:docMk/>
            <pc:sldMk cId="2895887938" sldId="271"/>
            <ac:picMk id="7" creationId="{37E555AF-6DC5-7CC9-A3C8-FADFB72EFA3D}"/>
          </ac:picMkLst>
        </pc:picChg>
      </pc:sldChg>
    </pc:docChg>
  </pc:docChgLst>
  <pc:docChgLst>
    <pc:chgData name="Chandra Prakash C" userId="a730d810dff744dc" providerId="Windows Live" clId="Web-{09DB60F8-8C83-435B-BEE8-D3657C380392}"/>
    <pc:docChg chg="mod modSld addMainMaster delMainMaster">
      <pc:chgData name="Chandra Prakash C" userId="a730d810dff744dc" providerId="Windows Live" clId="Web-{09DB60F8-8C83-435B-BEE8-D3657C380392}" dt="2025-11-15T17:04:13.878" v="0"/>
      <pc:docMkLst>
        <pc:docMk/>
      </pc:docMkLst>
      <pc:sldChg chg="modSp mod modClrScheme chgLayout">
        <pc:chgData name="Chandra Prakash C" userId="a730d810dff744dc" providerId="Windows Live" clId="Web-{09DB60F8-8C83-435B-BEE8-D3657C380392}" dt="2025-11-15T17:04:13.878" v="0"/>
        <pc:sldMkLst>
          <pc:docMk/>
          <pc:sldMk cId="109857222" sldId="256"/>
        </pc:sldMkLst>
        <pc:spChg chg="mod ord">
          <ac:chgData name="Chandra Prakash C" userId="a730d810dff744dc" providerId="Windows Live" clId="Web-{09DB60F8-8C83-435B-BEE8-D3657C380392}" dt="2025-11-15T17:04:13.878" v="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Chandra Prakash C" userId="a730d810dff744dc" providerId="Windows Live" clId="Web-{09DB60F8-8C83-435B-BEE8-D3657C380392}" dt="2025-11-15T17:04:13.878" v="0"/>
          <ac:spMkLst>
            <pc:docMk/>
            <pc:sldMk cId="109857222" sldId="256"/>
            <ac:spMk id="3" creationId="{00000000-0000-0000-0000-000000000000}"/>
          </ac:spMkLst>
        </pc:spChg>
      </pc:sldChg>
      <pc:sldMasterChg chg="del delSldLayout">
        <pc:chgData name="Chandra Prakash C" userId="a730d810dff744dc" providerId="Windows Live" clId="Web-{09DB60F8-8C83-435B-BEE8-D3657C380392}" dt="2025-11-15T17:04:13.878" v="0"/>
        <pc:sldMasterMkLst>
          <pc:docMk/>
          <pc:sldMasterMk cId="2460954070" sldId="2147483660"/>
        </pc:sldMasterMkLst>
        <pc:sldLayoutChg chg="del">
          <pc:chgData name="Chandra Prakash C" userId="a730d810dff744dc" providerId="Windows Live" clId="Web-{09DB60F8-8C83-435B-BEE8-D3657C380392}" dt="2025-11-15T17:04:13.878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Chandra Prakash C" userId="a730d810dff744dc" providerId="Windows Live" clId="Web-{09DB60F8-8C83-435B-BEE8-D3657C380392}" dt="2025-11-15T17:04:13.878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Chandra Prakash C" userId="a730d810dff744dc" providerId="Windows Live" clId="Web-{09DB60F8-8C83-435B-BEE8-D3657C380392}" dt="2025-11-15T17:04:13.878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Chandra Prakash C" userId="a730d810dff744dc" providerId="Windows Live" clId="Web-{09DB60F8-8C83-435B-BEE8-D3657C380392}" dt="2025-11-15T17:04:13.878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Chandra Prakash C" userId="a730d810dff744dc" providerId="Windows Live" clId="Web-{09DB60F8-8C83-435B-BEE8-D3657C380392}" dt="2025-11-15T17:04:13.878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Chandra Prakash C" userId="a730d810dff744dc" providerId="Windows Live" clId="Web-{09DB60F8-8C83-435B-BEE8-D3657C380392}" dt="2025-11-15T17:04:13.878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Chandra Prakash C" userId="a730d810dff744dc" providerId="Windows Live" clId="Web-{09DB60F8-8C83-435B-BEE8-D3657C380392}" dt="2025-11-15T17:04:13.878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Chandra Prakash C" userId="a730d810dff744dc" providerId="Windows Live" clId="Web-{09DB60F8-8C83-435B-BEE8-D3657C380392}" dt="2025-11-15T17:04:13.878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Chandra Prakash C" userId="a730d810dff744dc" providerId="Windows Live" clId="Web-{09DB60F8-8C83-435B-BEE8-D3657C380392}" dt="2025-11-15T17:04:13.878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Chandra Prakash C" userId="a730d810dff744dc" providerId="Windows Live" clId="Web-{09DB60F8-8C83-435B-BEE8-D3657C380392}" dt="2025-11-15T17:04:13.878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Chandra Prakash C" userId="a730d810dff744dc" providerId="Windows Live" clId="Web-{09DB60F8-8C83-435B-BEE8-D3657C380392}" dt="2025-11-15T17:04:13.878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Chandra Prakash C" userId="a730d810dff744dc" providerId="Windows Live" clId="Web-{09DB60F8-8C83-435B-BEE8-D3657C380392}" dt="2025-11-15T17:04:13.878" v="0"/>
        <pc:sldMasterMkLst>
          <pc:docMk/>
          <pc:sldMasterMk cId="284790038" sldId="2147483672"/>
        </pc:sldMasterMkLst>
        <pc:sldLayoutChg chg="add mod replId">
          <pc:chgData name="Chandra Prakash C" userId="a730d810dff744dc" providerId="Windows Live" clId="Web-{09DB60F8-8C83-435B-BEE8-D3657C380392}" dt="2025-11-15T17:04:13.878" v="0"/>
          <pc:sldLayoutMkLst>
            <pc:docMk/>
            <pc:sldMasterMk cId="284790038" sldId="2147483672"/>
            <pc:sldLayoutMk cId="2498477132" sldId="2147483673"/>
          </pc:sldLayoutMkLst>
        </pc:sldLayoutChg>
        <pc:sldLayoutChg chg="add mod replId">
          <pc:chgData name="Chandra Prakash C" userId="a730d810dff744dc" providerId="Windows Live" clId="Web-{09DB60F8-8C83-435B-BEE8-D3657C380392}" dt="2025-11-15T17:04:13.878" v="0"/>
          <pc:sldLayoutMkLst>
            <pc:docMk/>
            <pc:sldMasterMk cId="284790038" sldId="2147483672"/>
            <pc:sldLayoutMk cId="4057213533" sldId="2147483674"/>
          </pc:sldLayoutMkLst>
        </pc:sldLayoutChg>
        <pc:sldLayoutChg chg="add mod replId">
          <pc:chgData name="Chandra Prakash C" userId="a730d810dff744dc" providerId="Windows Live" clId="Web-{09DB60F8-8C83-435B-BEE8-D3657C380392}" dt="2025-11-15T17:04:13.878" v="0"/>
          <pc:sldLayoutMkLst>
            <pc:docMk/>
            <pc:sldMasterMk cId="284790038" sldId="2147483672"/>
            <pc:sldLayoutMk cId="3501949435" sldId="2147483675"/>
          </pc:sldLayoutMkLst>
        </pc:sldLayoutChg>
        <pc:sldLayoutChg chg="add mod replId">
          <pc:chgData name="Chandra Prakash C" userId="a730d810dff744dc" providerId="Windows Live" clId="Web-{09DB60F8-8C83-435B-BEE8-D3657C380392}" dt="2025-11-15T17:04:13.878" v="0"/>
          <pc:sldLayoutMkLst>
            <pc:docMk/>
            <pc:sldMasterMk cId="284790038" sldId="2147483672"/>
            <pc:sldLayoutMk cId="2594751680" sldId="2147483676"/>
          </pc:sldLayoutMkLst>
        </pc:sldLayoutChg>
        <pc:sldLayoutChg chg="add mod replId">
          <pc:chgData name="Chandra Prakash C" userId="a730d810dff744dc" providerId="Windows Live" clId="Web-{09DB60F8-8C83-435B-BEE8-D3657C380392}" dt="2025-11-15T17:04:13.878" v="0"/>
          <pc:sldLayoutMkLst>
            <pc:docMk/>
            <pc:sldMasterMk cId="284790038" sldId="2147483672"/>
            <pc:sldLayoutMk cId="3281137622" sldId="2147483677"/>
          </pc:sldLayoutMkLst>
        </pc:sldLayoutChg>
        <pc:sldLayoutChg chg="add mod replId">
          <pc:chgData name="Chandra Prakash C" userId="a730d810dff744dc" providerId="Windows Live" clId="Web-{09DB60F8-8C83-435B-BEE8-D3657C380392}" dt="2025-11-15T17:04:13.878" v="0"/>
          <pc:sldLayoutMkLst>
            <pc:docMk/>
            <pc:sldMasterMk cId="284790038" sldId="2147483672"/>
            <pc:sldLayoutMk cId="2895052771" sldId="2147483678"/>
          </pc:sldLayoutMkLst>
        </pc:sldLayoutChg>
        <pc:sldLayoutChg chg="add mod replId">
          <pc:chgData name="Chandra Prakash C" userId="a730d810dff744dc" providerId="Windows Live" clId="Web-{09DB60F8-8C83-435B-BEE8-D3657C380392}" dt="2025-11-15T17:04:13.878" v="0"/>
          <pc:sldLayoutMkLst>
            <pc:docMk/>
            <pc:sldMasterMk cId="284790038" sldId="2147483672"/>
            <pc:sldLayoutMk cId="1912119921" sldId="2147483679"/>
          </pc:sldLayoutMkLst>
        </pc:sldLayoutChg>
        <pc:sldLayoutChg chg="add mod replId">
          <pc:chgData name="Chandra Prakash C" userId="a730d810dff744dc" providerId="Windows Live" clId="Web-{09DB60F8-8C83-435B-BEE8-D3657C380392}" dt="2025-11-15T17:04:13.878" v="0"/>
          <pc:sldLayoutMkLst>
            <pc:docMk/>
            <pc:sldMasterMk cId="284790038" sldId="2147483672"/>
            <pc:sldLayoutMk cId="2702041527" sldId="2147483680"/>
          </pc:sldLayoutMkLst>
        </pc:sldLayoutChg>
        <pc:sldLayoutChg chg="add mod replId">
          <pc:chgData name="Chandra Prakash C" userId="a730d810dff744dc" providerId="Windows Live" clId="Web-{09DB60F8-8C83-435B-BEE8-D3657C380392}" dt="2025-11-15T17:04:13.878" v="0"/>
          <pc:sldLayoutMkLst>
            <pc:docMk/>
            <pc:sldMasterMk cId="284790038" sldId="2147483672"/>
            <pc:sldLayoutMk cId="2040544189" sldId="2147483681"/>
          </pc:sldLayoutMkLst>
        </pc:sldLayoutChg>
        <pc:sldLayoutChg chg="add mod replId">
          <pc:chgData name="Chandra Prakash C" userId="a730d810dff744dc" providerId="Windows Live" clId="Web-{09DB60F8-8C83-435B-BEE8-D3657C380392}" dt="2025-11-15T17:04:13.878" v="0"/>
          <pc:sldLayoutMkLst>
            <pc:docMk/>
            <pc:sldMasterMk cId="284790038" sldId="2147483672"/>
            <pc:sldLayoutMk cId="1035836852" sldId="2147483682"/>
          </pc:sldLayoutMkLst>
        </pc:sldLayoutChg>
        <pc:sldLayoutChg chg="add mod replId">
          <pc:chgData name="Chandra Prakash C" userId="a730d810dff744dc" providerId="Windows Live" clId="Web-{09DB60F8-8C83-435B-BEE8-D3657C380392}" dt="2025-11-15T17:04:13.878" v="0"/>
          <pc:sldLayoutMkLst>
            <pc:docMk/>
            <pc:sldMasterMk cId="284790038" sldId="2147483672"/>
            <pc:sldLayoutMk cId="2589966716" sldId="2147483683"/>
          </pc:sldLayoutMkLst>
        </pc:sldLayoutChg>
      </pc:sldMasterChg>
    </pc:docChg>
  </pc:docChgLst>
  <pc:docChgLst>
    <pc:chgData name="Chandra Prakash C" userId="a730d810dff744dc" providerId="Windows Live" clId="Web-{76D6E576-1EBA-4E86-854E-31B42261DD60}"/>
    <pc:docChg chg="mod addSld delSld modSld sldOrd addMainMaster delMainMaster">
      <pc:chgData name="Chandra Prakash C" userId="a730d810dff744dc" providerId="Windows Live" clId="Web-{76D6E576-1EBA-4E86-854E-31B42261DD60}" dt="2025-11-15T20:23:58.057" v="858" actId="1076"/>
      <pc:docMkLst>
        <pc:docMk/>
      </pc:docMkLst>
      <pc:sldChg chg="addSp delSp modSp mod modClrScheme chgLayout">
        <pc:chgData name="Chandra Prakash C" userId="a730d810dff744dc" providerId="Windows Live" clId="Web-{76D6E576-1EBA-4E86-854E-31B42261DD60}" dt="2025-11-15T19:41:30.503" v="707" actId="14100"/>
        <pc:sldMkLst>
          <pc:docMk/>
          <pc:sldMk cId="109857222" sldId="256"/>
        </pc:sldMkLst>
        <pc:spChg chg="mod ord">
          <ac:chgData name="Chandra Prakash C" userId="a730d810dff744dc" providerId="Windows Live" clId="Web-{76D6E576-1EBA-4E86-854E-31B42261DD60}" dt="2025-11-15T17:20:51.740" v="39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Chandra Prakash C" userId="a730d810dff744dc" providerId="Windows Live" clId="Web-{76D6E576-1EBA-4E86-854E-31B42261DD60}" dt="2025-11-15T17:20:51.740" v="39"/>
          <ac:spMkLst>
            <pc:docMk/>
            <pc:sldMk cId="109857222" sldId="256"/>
            <ac:spMk id="3" creationId="{00000000-0000-0000-0000-000000000000}"/>
          </ac:spMkLst>
        </pc:spChg>
        <pc:picChg chg="add del mod">
          <ac:chgData name="Chandra Prakash C" userId="a730d810dff744dc" providerId="Windows Live" clId="Web-{76D6E576-1EBA-4E86-854E-31B42261DD60}" dt="2025-11-15T19:36:42.981" v="700"/>
          <ac:picMkLst>
            <pc:docMk/>
            <pc:sldMk cId="109857222" sldId="256"/>
            <ac:picMk id="4" creationId="{DDE61480-61C8-A96B-6BDA-458F3825F07B}"/>
          </ac:picMkLst>
        </pc:picChg>
        <pc:picChg chg="add mod">
          <ac:chgData name="Chandra Prakash C" userId="a730d810dff744dc" providerId="Windows Live" clId="Web-{76D6E576-1EBA-4E86-854E-31B42261DD60}" dt="2025-11-15T19:41:30.503" v="707" actId="14100"/>
          <ac:picMkLst>
            <pc:docMk/>
            <pc:sldMk cId="109857222" sldId="256"/>
            <ac:picMk id="5" creationId="{7B459F83-200D-5887-8016-95BDBD338402}"/>
          </ac:picMkLst>
        </pc:picChg>
      </pc:sldChg>
      <pc:sldChg chg="modSp add del mod replId modClrScheme chgLayout">
        <pc:chgData name="Chandra Prakash C" userId="a730d810dff744dc" providerId="Windows Live" clId="Web-{76D6E576-1EBA-4E86-854E-31B42261DD60}" dt="2025-11-15T17:21:28.710" v="41"/>
        <pc:sldMkLst>
          <pc:docMk/>
          <pc:sldMk cId="1175843819" sldId="257"/>
        </pc:sldMkLst>
        <pc:spChg chg="mod ord">
          <ac:chgData name="Chandra Prakash C" userId="a730d810dff744dc" providerId="Windows Live" clId="Web-{76D6E576-1EBA-4E86-854E-31B42261DD60}" dt="2025-11-15T17:20:51.740" v="39"/>
          <ac:spMkLst>
            <pc:docMk/>
            <pc:sldMk cId="1175843819" sldId="257"/>
            <ac:spMk id="2" creationId="{4FD2BC4E-5675-0511-6CAC-AD07E92F7829}"/>
          </ac:spMkLst>
        </pc:spChg>
        <pc:spChg chg="mod ord">
          <ac:chgData name="Chandra Prakash C" userId="a730d810dff744dc" providerId="Windows Live" clId="Web-{76D6E576-1EBA-4E86-854E-31B42261DD60}" dt="2025-11-15T17:20:51.740" v="39"/>
          <ac:spMkLst>
            <pc:docMk/>
            <pc:sldMk cId="1175843819" sldId="257"/>
            <ac:spMk id="3" creationId="{F4A19722-0E16-9A7F-4BDC-0EAA1E3116A7}"/>
          </ac:spMkLst>
        </pc:spChg>
      </pc:sldChg>
      <pc:sldChg chg="add del">
        <pc:chgData name="Chandra Prakash C" userId="a730d810dff744dc" providerId="Windows Live" clId="Web-{76D6E576-1EBA-4E86-854E-31B42261DD60}" dt="2025-11-15T17:21:40.960" v="44"/>
        <pc:sldMkLst>
          <pc:docMk/>
          <pc:sldMk cId="3462754651" sldId="257"/>
        </pc:sldMkLst>
      </pc:sldChg>
      <pc:sldChg chg="addSp delSp modSp add">
        <pc:chgData name="Chandra Prakash C" userId="a730d810dff744dc" providerId="Windows Live" clId="Web-{76D6E576-1EBA-4E86-854E-31B42261DD60}" dt="2025-11-15T19:47:54.847" v="742" actId="20577"/>
        <pc:sldMkLst>
          <pc:docMk/>
          <pc:sldMk cId="3462754651" sldId="258"/>
        </pc:sldMkLst>
        <pc:spChg chg="del">
          <ac:chgData name="Chandra Prakash C" userId="a730d810dff744dc" providerId="Windows Live" clId="Web-{76D6E576-1EBA-4E86-854E-31B42261DD60}" dt="2025-11-15T17:23:16.149" v="64"/>
          <ac:spMkLst>
            <pc:docMk/>
            <pc:sldMk cId="3462754651" sldId="258"/>
            <ac:spMk id="3" creationId="{2EA495AD-21C7-EFA6-ABE0-A8C457850D28}"/>
          </ac:spMkLst>
        </pc:spChg>
        <pc:spChg chg="add del mod">
          <ac:chgData name="Chandra Prakash C" userId="a730d810dff744dc" providerId="Windows Live" clId="Web-{76D6E576-1EBA-4E86-854E-31B42261DD60}" dt="2025-11-15T17:24:05.572" v="74"/>
          <ac:spMkLst>
            <pc:docMk/>
            <pc:sldMk cId="3462754651" sldId="258"/>
            <ac:spMk id="7" creationId="{C777BEE9-D2AA-D05C-ACF5-0649BEFE5D94}"/>
          </ac:spMkLst>
        </pc:spChg>
        <pc:spChg chg="mod">
          <ac:chgData name="Chandra Prakash C" userId="a730d810dff744dc" providerId="Windows Live" clId="Web-{76D6E576-1EBA-4E86-854E-31B42261DD60}" dt="2025-11-15T19:47:54.847" v="742" actId="20577"/>
          <ac:spMkLst>
            <pc:docMk/>
            <pc:sldMk cId="3462754651" sldId="258"/>
            <ac:spMk id="8" creationId="{A069B018-2BE3-1182-3A29-4A8B04530198}"/>
          </ac:spMkLst>
        </pc:spChg>
        <pc:picChg chg="mod">
          <ac:chgData name="Chandra Prakash C" userId="a730d810dff744dc" providerId="Windows Live" clId="Web-{76D6E576-1EBA-4E86-854E-31B42261DD60}" dt="2025-11-15T17:39:00.391" v="141" actId="14100"/>
          <ac:picMkLst>
            <pc:docMk/>
            <pc:sldMk cId="3462754651" sldId="258"/>
            <ac:picMk id="9" creationId="{255280F6-6D66-4D14-E8C0-BA9A242D57A8}"/>
          </ac:picMkLst>
        </pc:picChg>
      </pc:sldChg>
      <pc:sldChg chg="addSp delSp modSp add replId">
        <pc:chgData name="Chandra Prakash C" userId="a730d810dff744dc" providerId="Windows Live" clId="Web-{76D6E576-1EBA-4E86-854E-31B42261DD60}" dt="2025-11-15T19:48:31.084" v="745" actId="1076"/>
        <pc:sldMkLst>
          <pc:docMk/>
          <pc:sldMk cId="108485988" sldId="259"/>
        </pc:sldMkLst>
        <pc:spChg chg="mod">
          <ac:chgData name="Chandra Prakash C" userId="a730d810dff744dc" providerId="Windows Live" clId="Web-{76D6E576-1EBA-4E86-854E-31B42261DD60}" dt="2025-11-15T19:48:23.850" v="744" actId="20577"/>
          <ac:spMkLst>
            <pc:docMk/>
            <pc:sldMk cId="108485988" sldId="259"/>
            <ac:spMk id="8" creationId="{A97BB92C-5125-F773-453B-9789569D679E}"/>
          </ac:spMkLst>
        </pc:spChg>
        <pc:picChg chg="add mod">
          <ac:chgData name="Chandra Prakash C" userId="a730d810dff744dc" providerId="Windows Live" clId="Web-{76D6E576-1EBA-4E86-854E-31B42261DD60}" dt="2025-11-15T19:48:31.084" v="745" actId="1076"/>
          <ac:picMkLst>
            <pc:docMk/>
            <pc:sldMk cId="108485988" sldId="259"/>
            <ac:picMk id="2" creationId="{69EEE22A-A001-3DCD-51FE-B90D0C5D0072}"/>
          </ac:picMkLst>
        </pc:picChg>
        <pc:picChg chg="del">
          <ac:chgData name="Chandra Prakash C" userId="a730d810dff744dc" providerId="Windows Live" clId="Web-{76D6E576-1EBA-4E86-854E-31B42261DD60}" dt="2025-11-15T17:57:34.022" v="256"/>
          <ac:picMkLst>
            <pc:docMk/>
            <pc:sldMk cId="108485988" sldId="259"/>
            <ac:picMk id="9" creationId="{D61C21F7-716C-85C5-5079-9EA4AAD6611D}"/>
          </ac:picMkLst>
        </pc:picChg>
      </pc:sldChg>
      <pc:sldChg chg="addSp delSp modSp add replId">
        <pc:chgData name="Chandra Prakash C" userId="a730d810dff744dc" providerId="Windows Live" clId="Web-{76D6E576-1EBA-4E86-854E-31B42261DD60}" dt="2025-11-15T19:50:51.280" v="750" actId="14100"/>
        <pc:sldMkLst>
          <pc:docMk/>
          <pc:sldMk cId="2211099769" sldId="260"/>
        </pc:sldMkLst>
        <pc:spChg chg="mod">
          <ac:chgData name="Chandra Prakash C" userId="a730d810dff744dc" providerId="Windows Live" clId="Web-{76D6E576-1EBA-4E86-854E-31B42261DD60}" dt="2025-11-15T19:48:55.664" v="746" actId="20577"/>
          <ac:spMkLst>
            <pc:docMk/>
            <pc:sldMk cId="2211099769" sldId="260"/>
            <ac:spMk id="8" creationId="{5913542B-FA7B-9382-402F-E78B839E740F}"/>
          </ac:spMkLst>
        </pc:spChg>
        <pc:picChg chg="add mod">
          <ac:chgData name="Chandra Prakash C" userId="a730d810dff744dc" providerId="Windows Live" clId="Web-{76D6E576-1EBA-4E86-854E-31B42261DD60}" dt="2025-11-15T19:50:51.280" v="750" actId="14100"/>
          <ac:picMkLst>
            <pc:docMk/>
            <pc:sldMk cId="2211099769" sldId="260"/>
            <ac:picMk id="2" creationId="{D08FC8F2-F487-C472-620D-E3B562819F80}"/>
          </ac:picMkLst>
        </pc:picChg>
        <pc:picChg chg="del">
          <ac:chgData name="Chandra Prakash C" userId="a730d810dff744dc" providerId="Windows Live" clId="Web-{76D6E576-1EBA-4E86-854E-31B42261DD60}" dt="2025-11-15T17:57:22.131" v="255"/>
          <ac:picMkLst>
            <pc:docMk/>
            <pc:sldMk cId="2211099769" sldId="260"/>
            <ac:picMk id="9" creationId="{DA94FF90-3B14-3B62-43D8-8FE4AB8141BA}"/>
          </ac:picMkLst>
        </pc:picChg>
      </pc:sldChg>
      <pc:sldChg chg="addSp delSp modSp add replId">
        <pc:chgData name="Chandra Prakash C" userId="a730d810dff744dc" providerId="Windows Live" clId="Web-{76D6E576-1EBA-4E86-854E-31B42261DD60}" dt="2025-11-15T20:01:06.763" v="779" actId="14100"/>
        <pc:sldMkLst>
          <pc:docMk/>
          <pc:sldMk cId="2983910017" sldId="261"/>
        </pc:sldMkLst>
        <pc:spChg chg="add mod ord">
          <ac:chgData name="Chandra Prakash C" userId="a730d810dff744dc" providerId="Windows Live" clId="Web-{76D6E576-1EBA-4E86-854E-31B42261DD60}" dt="2025-11-15T18:03:58.152" v="296" actId="14100"/>
          <ac:spMkLst>
            <pc:docMk/>
            <pc:sldMk cId="2983910017" sldId="261"/>
            <ac:spMk id="7" creationId="{FFAE21B3-7AB7-22E8-37E1-AFE927927329}"/>
          </ac:spMkLst>
        </pc:spChg>
        <pc:spChg chg="mod">
          <ac:chgData name="Chandra Prakash C" userId="a730d810dff744dc" providerId="Windows Live" clId="Web-{76D6E576-1EBA-4E86-854E-31B42261DD60}" dt="2025-11-15T18:05:08.971" v="300" actId="20577"/>
          <ac:spMkLst>
            <pc:docMk/>
            <pc:sldMk cId="2983910017" sldId="261"/>
            <ac:spMk id="8" creationId="{F8BA3DEF-4CC9-4EEF-CA42-B06B184F6933}"/>
          </ac:spMkLst>
        </pc:spChg>
        <pc:picChg chg="add mod">
          <ac:chgData name="Chandra Prakash C" userId="a730d810dff744dc" providerId="Windows Live" clId="Web-{76D6E576-1EBA-4E86-854E-31B42261DD60}" dt="2025-11-15T18:04:06.060" v="298" actId="14100"/>
          <ac:picMkLst>
            <pc:docMk/>
            <pc:sldMk cId="2983910017" sldId="261"/>
            <ac:picMk id="2" creationId="{FD5EA3D1-22C0-B854-E0AB-C023DC430459}"/>
          </ac:picMkLst>
        </pc:picChg>
        <pc:picChg chg="add mod">
          <ac:chgData name="Chandra Prakash C" userId="a730d810dff744dc" providerId="Windows Live" clId="Web-{76D6E576-1EBA-4E86-854E-31B42261DD60}" dt="2025-11-15T18:02:32.351" v="287" actId="14100"/>
          <ac:picMkLst>
            <pc:docMk/>
            <pc:sldMk cId="2983910017" sldId="261"/>
            <ac:picMk id="3" creationId="{5D2FB2F7-04A6-A519-721B-9D29958128E3}"/>
          </ac:picMkLst>
        </pc:picChg>
        <pc:picChg chg="add del mod">
          <ac:chgData name="Chandra Prakash C" userId="a730d810dff744dc" providerId="Windows Live" clId="Web-{76D6E576-1EBA-4E86-854E-31B42261DD60}" dt="2025-11-15T19:58:42.323" v="759"/>
          <ac:picMkLst>
            <pc:docMk/>
            <pc:sldMk cId="2983910017" sldId="261"/>
            <ac:picMk id="9" creationId="{C150D348-0D0D-67AE-F2B2-63E217037EC4}"/>
          </ac:picMkLst>
        </pc:picChg>
        <pc:picChg chg="add mod">
          <ac:chgData name="Chandra Prakash C" userId="a730d810dff744dc" providerId="Windows Live" clId="Web-{76D6E576-1EBA-4E86-854E-31B42261DD60}" dt="2025-11-15T20:01:06.763" v="779" actId="14100"/>
          <ac:picMkLst>
            <pc:docMk/>
            <pc:sldMk cId="2983910017" sldId="261"/>
            <ac:picMk id="10" creationId="{E724E6BE-DA44-64F1-0F56-2EF974995F72}"/>
          </ac:picMkLst>
        </pc:picChg>
      </pc:sldChg>
      <pc:sldChg chg="addSp delSp modSp add replId">
        <pc:chgData name="Chandra Prakash C" userId="a730d810dff744dc" providerId="Windows Live" clId="Web-{76D6E576-1EBA-4E86-854E-31B42261DD60}" dt="2025-11-15T20:22:05.487" v="851" actId="20577"/>
        <pc:sldMkLst>
          <pc:docMk/>
          <pc:sldMk cId="3469893402" sldId="262"/>
        </pc:sldMkLst>
        <pc:spChg chg="del">
          <ac:chgData name="Chandra Prakash C" userId="a730d810dff744dc" providerId="Windows Live" clId="Web-{76D6E576-1EBA-4E86-854E-31B42261DD60}" dt="2025-11-15T18:08:35.382" v="310"/>
          <ac:spMkLst>
            <pc:docMk/>
            <pc:sldMk cId="3469893402" sldId="262"/>
            <ac:spMk id="7" creationId="{7D88FDDC-F48E-AA15-196F-F41B29B9D92F}"/>
          </ac:spMkLst>
        </pc:spChg>
        <pc:spChg chg="mod">
          <ac:chgData name="Chandra Prakash C" userId="a730d810dff744dc" providerId="Windows Live" clId="Web-{76D6E576-1EBA-4E86-854E-31B42261DD60}" dt="2025-11-15T20:22:05.487" v="851" actId="20577"/>
          <ac:spMkLst>
            <pc:docMk/>
            <pc:sldMk cId="3469893402" sldId="262"/>
            <ac:spMk id="8" creationId="{4B47538B-E3B7-C932-6170-DA6DE053CAF5}"/>
          </ac:spMkLst>
        </pc:spChg>
        <pc:spChg chg="add del">
          <ac:chgData name="Chandra Prakash C" userId="a730d810dff744dc" providerId="Windows Live" clId="Web-{76D6E576-1EBA-4E86-854E-31B42261DD60}" dt="2025-11-15T18:23:23.616" v="366"/>
          <ac:spMkLst>
            <pc:docMk/>
            <pc:sldMk cId="3469893402" sldId="262"/>
            <ac:spMk id="10" creationId="{42D38767-BDFA-FE23-B4CB-498F3805D828}"/>
          </ac:spMkLst>
        </pc:spChg>
        <pc:picChg chg="del">
          <ac:chgData name="Chandra Prakash C" userId="a730d810dff744dc" providerId="Windows Live" clId="Web-{76D6E576-1EBA-4E86-854E-31B42261DD60}" dt="2025-11-15T18:08:20.835" v="308"/>
          <ac:picMkLst>
            <pc:docMk/>
            <pc:sldMk cId="3469893402" sldId="262"/>
            <ac:picMk id="2" creationId="{243EFF6E-B211-45B8-35C3-873DD6FF9D99}"/>
          </ac:picMkLst>
        </pc:picChg>
        <pc:picChg chg="del">
          <ac:chgData name="Chandra Prakash C" userId="a730d810dff744dc" providerId="Windows Live" clId="Web-{76D6E576-1EBA-4E86-854E-31B42261DD60}" dt="2025-11-15T18:08:17.522" v="307"/>
          <ac:picMkLst>
            <pc:docMk/>
            <pc:sldMk cId="3469893402" sldId="262"/>
            <ac:picMk id="3" creationId="{18D03063-BFAD-FD0F-95B4-CBBA97733974}"/>
          </ac:picMkLst>
        </pc:picChg>
        <pc:picChg chg="add mod">
          <ac:chgData name="Chandra Prakash C" userId="a730d810dff744dc" providerId="Windows Live" clId="Web-{76D6E576-1EBA-4E86-854E-31B42261DD60}" dt="2025-11-15T20:10:34.996" v="784" actId="14100"/>
          <ac:picMkLst>
            <pc:docMk/>
            <pc:sldMk cId="3469893402" sldId="262"/>
            <ac:picMk id="11" creationId="{51E6CD1A-5B54-9AE6-C1BE-571084F425E7}"/>
          </ac:picMkLst>
        </pc:picChg>
      </pc:sldChg>
      <pc:sldChg chg="addSp modSp add replId">
        <pc:chgData name="Chandra Prakash C" userId="a730d810dff744dc" providerId="Windows Live" clId="Web-{76D6E576-1EBA-4E86-854E-31B42261DD60}" dt="2025-11-15T18:39:03.533" v="463" actId="20577"/>
        <pc:sldMkLst>
          <pc:docMk/>
          <pc:sldMk cId="2208522027" sldId="263"/>
        </pc:sldMkLst>
        <pc:spChg chg="mod">
          <ac:chgData name="Chandra Prakash C" userId="a730d810dff744dc" providerId="Windows Live" clId="Web-{76D6E576-1EBA-4E86-854E-31B42261DD60}" dt="2025-11-15T18:39:03.533" v="463" actId="20577"/>
          <ac:spMkLst>
            <pc:docMk/>
            <pc:sldMk cId="2208522027" sldId="263"/>
            <ac:spMk id="8" creationId="{3D88A9E5-A532-6625-2A9A-88939FAF6651}"/>
          </ac:spMkLst>
        </pc:spChg>
        <pc:picChg chg="add mod">
          <ac:chgData name="Chandra Prakash C" userId="a730d810dff744dc" providerId="Windows Live" clId="Web-{76D6E576-1EBA-4E86-854E-31B42261DD60}" dt="2025-11-15T18:34:51.408" v="442" actId="14100"/>
          <ac:picMkLst>
            <pc:docMk/>
            <pc:sldMk cId="2208522027" sldId="263"/>
            <ac:picMk id="2" creationId="{B3235256-FCFD-C225-B8C7-2D48E397F0F7}"/>
          </ac:picMkLst>
        </pc:picChg>
        <pc:picChg chg="add mod">
          <ac:chgData name="Chandra Prakash C" userId="a730d810dff744dc" providerId="Windows Live" clId="Web-{76D6E576-1EBA-4E86-854E-31B42261DD60}" dt="2025-11-15T18:34:24.549" v="436" actId="14100"/>
          <ac:picMkLst>
            <pc:docMk/>
            <pc:sldMk cId="2208522027" sldId="263"/>
            <ac:picMk id="3" creationId="{9C15562E-89B6-76A8-B1C7-42320B38DF88}"/>
          </ac:picMkLst>
        </pc:picChg>
      </pc:sldChg>
      <pc:sldChg chg="addSp delSp modSp add replId">
        <pc:chgData name="Chandra Prakash C" userId="a730d810dff744dc" providerId="Windows Live" clId="Web-{76D6E576-1EBA-4E86-854E-31B42261DD60}" dt="2025-11-15T19:13:45.424" v="512" actId="14100"/>
        <pc:sldMkLst>
          <pc:docMk/>
          <pc:sldMk cId="2330083206" sldId="264"/>
        </pc:sldMkLst>
        <pc:spChg chg="del mod">
          <ac:chgData name="Chandra Prakash C" userId="a730d810dff744dc" providerId="Windows Live" clId="Web-{76D6E576-1EBA-4E86-854E-31B42261DD60}" dt="2025-11-15T19:13:01.140" v="507"/>
          <ac:spMkLst>
            <pc:docMk/>
            <pc:sldMk cId="2330083206" sldId="264"/>
            <ac:spMk id="8" creationId="{9AD853C1-A7ED-FBE0-96EF-57AF286E1781}"/>
          </ac:spMkLst>
        </pc:spChg>
        <pc:spChg chg="add mod">
          <ac:chgData name="Chandra Prakash C" userId="a730d810dff744dc" providerId="Windows Live" clId="Web-{76D6E576-1EBA-4E86-854E-31B42261DD60}" dt="2025-11-15T19:13:45.424" v="512" actId="14100"/>
          <ac:spMkLst>
            <pc:docMk/>
            <pc:sldMk cId="2330083206" sldId="264"/>
            <ac:spMk id="15" creationId="{9F5B7E89-9536-2C04-B18D-E8A48A1B5BA7}"/>
          </ac:spMkLst>
        </pc:spChg>
        <pc:spChg chg="add del mod">
          <ac:chgData name="Chandra Prakash C" userId="a730d810dff744dc" providerId="Windows Live" clId="Web-{76D6E576-1EBA-4E86-854E-31B42261DD60}" dt="2025-11-15T19:13:29.907" v="511"/>
          <ac:spMkLst>
            <pc:docMk/>
            <pc:sldMk cId="2330083206" sldId="264"/>
            <ac:spMk id="17" creationId="{82CA34D8-FB2F-68F9-A366-3B3E1C91BEFB}"/>
          </ac:spMkLst>
        </pc:spChg>
        <pc:picChg chg="del">
          <ac:chgData name="Chandra Prakash C" userId="a730d810dff744dc" providerId="Windows Live" clId="Web-{76D6E576-1EBA-4E86-854E-31B42261DD60}" dt="2025-11-15T18:39:12.784" v="466"/>
          <ac:picMkLst>
            <pc:docMk/>
            <pc:sldMk cId="2330083206" sldId="264"/>
            <ac:picMk id="2" creationId="{1BE23690-C322-A69F-1755-C60586CC560F}"/>
          </ac:picMkLst>
        </pc:picChg>
        <pc:picChg chg="del">
          <ac:chgData name="Chandra Prakash C" userId="a730d810dff744dc" providerId="Windows Live" clId="Web-{76D6E576-1EBA-4E86-854E-31B42261DD60}" dt="2025-11-15T18:39:14.206" v="467"/>
          <ac:picMkLst>
            <pc:docMk/>
            <pc:sldMk cId="2330083206" sldId="264"/>
            <ac:picMk id="3" creationId="{ABD45B79-4690-76D8-734C-C61C3B0CDF4F}"/>
          </ac:picMkLst>
        </pc:picChg>
        <pc:picChg chg="add del mod">
          <ac:chgData name="Chandra Prakash C" userId="a730d810dff744dc" providerId="Windows Live" clId="Web-{76D6E576-1EBA-4E86-854E-31B42261DD60}" dt="2025-11-15T19:11:43.509" v="500"/>
          <ac:picMkLst>
            <pc:docMk/>
            <pc:sldMk cId="2330083206" sldId="264"/>
            <ac:picMk id="7" creationId="{493F9968-420C-3784-7A6C-2E20E7766FF8}"/>
          </ac:picMkLst>
        </pc:picChg>
        <pc:picChg chg="add del mod">
          <ac:chgData name="Chandra Prakash C" userId="a730d810dff744dc" providerId="Windows Live" clId="Web-{76D6E576-1EBA-4E86-854E-31B42261DD60}" dt="2025-11-15T18:45:17.346" v="492"/>
          <ac:picMkLst>
            <pc:docMk/>
            <pc:sldMk cId="2330083206" sldId="264"/>
            <ac:picMk id="9" creationId="{658E4815-62D0-573F-6C2C-6776C2B15268}"/>
          </ac:picMkLst>
        </pc:picChg>
        <pc:picChg chg="add mod">
          <ac:chgData name="Chandra Prakash C" userId="a730d810dff744dc" providerId="Windows Live" clId="Web-{76D6E576-1EBA-4E86-854E-31B42261DD60}" dt="2025-11-15T18:45:22.990" v="493" actId="1076"/>
          <ac:picMkLst>
            <pc:docMk/>
            <pc:sldMk cId="2330083206" sldId="264"/>
            <ac:picMk id="10" creationId="{F64AB89E-E984-A630-FE7B-65CA81A16960}"/>
          </ac:picMkLst>
        </pc:picChg>
        <pc:picChg chg="add mod">
          <ac:chgData name="Chandra Prakash C" userId="a730d810dff744dc" providerId="Windows Live" clId="Web-{76D6E576-1EBA-4E86-854E-31B42261DD60}" dt="2025-11-15T18:46:04.144" v="495" actId="1076"/>
          <ac:picMkLst>
            <pc:docMk/>
            <pc:sldMk cId="2330083206" sldId="264"/>
            <ac:picMk id="11" creationId="{731C1F8B-8648-D40E-2DFE-4FCAE26BBCB6}"/>
          </ac:picMkLst>
        </pc:picChg>
        <pc:picChg chg="add mod">
          <ac:chgData name="Chandra Prakash C" userId="a730d810dff744dc" providerId="Windows Live" clId="Web-{76D6E576-1EBA-4E86-854E-31B42261DD60}" dt="2025-11-15T18:46:40.333" v="499" actId="14100"/>
          <ac:picMkLst>
            <pc:docMk/>
            <pc:sldMk cId="2330083206" sldId="264"/>
            <ac:picMk id="12" creationId="{9C752951-E9AB-5056-8D74-763B7C910E94}"/>
          </ac:picMkLst>
        </pc:picChg>
        <pc:picChg chg="add mod">
          <ac:chgData name="Chandra Prakash C" userId="a730d810dff744dc" providerId="Windows Live" clId="Web-{76D6E576-1EBA-4E86-854E-31B42261DD60}" dt="2025-11-15T19:11:47.416" v="502" actId="1076"/>
          <ac:picMkLst>
            <pc:docMk/>
            <pc:sldMk cId="2330083206" sldId="264"/>
            <ac:picMk id="13" creationId="{6A27E7B7-91A8-EA1F-9FA9-A96231E7193E}"/>
          </ac:picMkLst>
        </pc:picChg>
      </pc:sldChg>
      <pc:sldChg chg="addSp delSp modSp add ord replId">
        <pc:chgData name="Chandra Prakash C" userId="a730d810dff744dc" providerId="Windows Live" clId="Web-{76D6E576-1EBA-4E86-854E-31B42261DD60}" dt="2025-11-15T20:21:05.731" v="845" actId="20577"/>
        <pc:sldMkLst>
          <pc:docMk/>
          <pc:sldMk cId="1739856453" sldId="265"/>
        </pc:sldMkLst>
        <pc:spChg chg="add mod">
          <ac:chgData name="Chandra Prakash C" userId="a730d810dff744dc" providerId="Windows Live" clId="Web-{76D6E576-1EBA-4E86-854E-31B42261DD60}" dt="2025-11-15T20:21:05.731" v="845" actId="20577"/>
          <ac:spMkLst>
            <pc:docMk/>
            <pc:sldMk cId="1739856453" sldId="265"/>
            <ac:spMk id="2" creationId="{E191C079-564B-BCDD-39EF-CF5DF2F87B44}"/>
          </ac:spMkLst>
        </pc:spChg>
        <pc:spChg chg="del mod">
          <ac:chgData name="Chandra Prakash C" userId="a730d810dff744dc" providerId="Windows Live" clId="Web-{76D6E576-1EBA-4E86-854E-31B42261DD60}" dt="2025-11-15T19:23:08.221" v="635"/>
          <ac:spMkLst>
            <pc:docMk/>
            <pc:sldMk cId="1739856453" sldId="265"/>
            <ac:spMk id="8" creationId="{FA8C0DB9-B8A6-7BBC-5DC8-EF5A31787725}"/>
          </ac:spMkLst>
        </pc:spChg>
        <pc:picChg chg="add mod">
          <ac:chgData name="Chandra Prakash C" userId="a730d810dff744dc" providerId="Windows Live" clId="Web-{76D6E576-1EBA-4E86-854E-31B42261DD60}" dt="2025-11-15T20:13:49.579" v="791" actId="1076"/>
          <ac:picMkLst>
            <pc:docMk/>
            <pc:sldMk cId="1739856453" sldId="265"/>
            <ac:picMk id="3" creationId="{2673C0A0-2596-7BF6-7052-B699DF548CBD}"/>
          </ac:picMkLst>
        </pc:picChg>
      </pc:sldChg>
      <pc:sldChg chg="addSp modSp add ord replId">
        <pc:chgData name="Chandra Prakash C" userId="a730d810dff744dc" providerId="Windows Live" clId="Web-{76D6E576-1EBA-4E86-854E-31B42261DD60}" dt="2025-11-15T20:23:58.057" v="858" actId="1076"/>
        <pc:sldMkLst>
          <pc:docMk/>
          <pc:sldMk cId="1224433147" sldId="266"/>
        </pc:sldMkLst>
        <pc:spChg chg="mod">
          <ac:chgData name="Chandra Prakash C" userId="a730d810dff744dc" providerId="Windows Live" clId="Web-{76D6E576-1EBA-4E86-854E-31B42261DD60}" dt="2025-11-15T19:28:31.443" v="685" actId="1076"/>
          <ac:spMkLst>
            <pc:docMk/>
            <pc:sldMk cId="1224433147" sldId="266"/>
            <ac:spMk id="2" creationId="{402FE809-DC2B-0130-548D-D02D36E3E7F5}"/>
          </ac:spMkLst>
        </pc:spChg>
        <pc:picChg chg="add mod">
          <ac:chgData name="Chandra Prakash C" userId="a730d810dff744dc" providerId="Windows Live" clId="Web-{76D6E576-1EBA-4E86-854E-31B42261DD60}" dt="2025-11-15T20:23:58.057" v="858" actId="1076"/>
          <ac:picMkLst>
            <pc:docMk/>
            <pc:sldMk cId="1224433147" sldId="266"/>
            <ac:picMk id="3" creationId="{312C163A-96F3-4F2E-B86C-74DF915F7AE2}"/>
          </ac:picMkLst>
        </pc:picChg>
      </pc:sldChg>
      <pc:sldChg chg="add">
        <pc:chgData name="Chandra Prakash C" userId="a730d810dff744dc" providerId="Windows Live" clId="Web-{76D6E576-1EBA-4E86-854E-31B42261DD60}" dt="2025-11-15T19:33:05.846" v="693"/>
        <pc:sldMkLst>
          <pc:docMk/>
          <pc:sldMk cId="2273271906" sldId="267"/>
        </pc:sldMkLst>
      </pc:sldChg>
      <pc:sldMasterChg chg="del delSldLayout">
        <pc:chgData name="Chandra Prakash C" userId="a730d810dff744dc" providerId="Windows Live" clId="Web-{76D6E576-1EBA-4E86-854E-31B42261DD60}" dt="2025-11-15T17:20:43.647" v="36"/>
        <pc:sldMasterMkLst>
          <pc:docMk/>
          <pc:sldMasterMk cId="284790038" sldId="2147483672"/>
        </pc:sldMasterMkLst>
        <pc:sldLayoutChg chg="del">
          <pc:chgData name="Chandra Prakash C" userId="a730d810dff744dc" providerId="Windows Live" clId="Web-{76D6E576-1EBA-4E86-854E-31B42261DD60}" dt="2025-11-15T17:20:43.647" v="36"/>
          <pc:sldLayoutMkLst>
            <pc:docMk/>
            <pc:sldMasterMk cId="284790038" sldId="2147483672"/>
            <pc:sldLayoutMk cId="2498477132" sldId="2147483673"/>
          </pc:sldLayoutMkLst>
        </pc:sldLayoutChg>
        <pc:sldLayoutChg chg="del">
          <pc:chgData name="Chandra Prakash C" userId="a730d810dff744dc" providerId="Windows Live" clId="Web-{76D6E576-1EBA-4E86-854E-31B42261DD60}" dt="2025-11-15T17:20:43.647" v="36"/>
          <pc:sldLayoutMkLst>
            <pc:docMk/>
            <pc:sldMasterMk cId="284790038" sldId="2147483672"/>
            <pc:sldLayoutMk cId="4057213533" sldId="2147483674"/>
          </pc:sldLayoutMkLst>
        </pc:sldLayoutChg>
        <pc:sldLayoutChg chg="del">
          <pc:chgData name="Chandra Prakash C" userId="a730d810dff744dc" providerId="Windows Live" clId="Web-{76D6E576-1EBA-4E86-854E-31B42261DD60}" dt="2025-11-15T17:20:43.647" v="36"/>
          <pc:sldLayoutMkLst>
            <pc:docMk/>
            <pc:sldMasterMk cId="284790038" sldId="2147483672"/>
            <pc:sldLayoutMk cId="3501949435" sldId="2147483675"/>
          </pc:sldLayoutMkLst>
        </pc:sldLayoutChg>
        <pc:sldLayoutChg chg="del">
          <pc:chgData name="Chandra Prakash C" userId="a730d810dff744dc" providerId="Windows Live" clId="Web-{76D6E576-1EBA-4E86-854E-31B42261DD60}" dt="2025-11-15T17:20:43.647" v="36"/>
          <pc:sldLayoutMkLst>
            <pc:docMk/>
            <pc:sldMasterMk cId="284790038" sldId="2147483672"/>
            <pc:sldLayoutMk cId="2594751680" sldId="2147483676"/>
          </pc:sldLayoutMkLst>
        </pc:sldLayoutChg>
        <pc:sldLayoutChg chg="del">
          <pc:chgData name="Chandra Prakash C" userId="a730d810dff744dc" providerId="Windows Live" clId="Web-{76D6E576-1EBA-4E86-854E-31B42261DD60}" dt="2025-11-15T17:20:43.647" v="36"/>
          <pc:sldLayoutMkLst>
            <pc:docMk/>
            <pc:sldMasterMk cId="284790038" sldId="2147483672"/>
            <pc:sldLayoutMk cId="3281137622" sldId="2147483677"/>
          </pc:sldLayoutMkLst>
        </pc:sldLayoutChg>
        <pc:sldLayoutChg chg="del">
          <pc:chgData name="Chandra Prakash C" userId="a730d810dff744dc" providerId="Windows Live" clId="Web-{76D6E576-1EBA-4E86-854E-31B42261DD60}" dt="2025-11-15T17:20:43.647" v="36"/>
          <pc:sldLayoutMkLst>
            <pc:docMk/>
            <pc:sldMasterMk cId="284790038" sldId="2147483672"/>
            <pc:sldLayoutMk cId="2895052771" sldId="2147483678"/>
          </pc:sldLayoutMkLst>
        </pc:sldLayoutChg>
        <pc:sldLayoutChg chg="del">
          <pc:chgData name="Chandra Prakash C" userId="a730d810dff744dc" providerId="Windows Live" clId="Web-{76D6E576-1EBA-4E86-854E-31B42261DD60}" dt="2025-11-15T17:20:43.647" v="36"/>
          <pc:sldLayoutMkLst>
            <pc:docMk/>
            <pc:sldMasterMk cId="284790038" sldId="2147483672"/>
            <pc:sldLayoutMk cId="1912119921" sldId="2147483679"/>
          </pc:sldLayoutMkLst>
        </pc:sldLayoutChg>
        <pc:sldLayoutChg chg="del">
          <pc:chgData name="Chandra Prakash C" userId="a730d810dff744dc" providerId="Windows Live" clId="Web-{76D6E576-1EBA-4E86-854E-31B42261DD60}" dt="2025-11-15T17:20:43.647" v="36"/>
          <pc:sldLayoutMkLst>
            <pc:docMk/>
            <pc:sldMasterMk cId="284790038" sldId="2147483672"/>
            <pc:sldLayoutMk cId="2702041527" sldId="2147483680"/>
          </pc:sldLayoutMkLst>
        </pc:sldLayoutChg>
        <pc:sldLayoutChg chg="del">
          <pc:chgData name="Chandra Prakash C" userId="a730d810dff744dc" providerId="Windows Live" clId="Web-{76D6E576-1EBA-4E86-854E-31B42261DD60}" dt="2025-11-15T17:20:43.647" v="36"/>
          <pc:sldLayoutMkLst>
            <pc:docMk/>
            <pc:sldMasterMk cId="284790038" sldId="2147483672"/>
            <pc:sldLayoutMk cId="2040544189" sldId="2147483681"/>
          </pc:sldLayoutMkLst>
        </pc:sldLayoutChg>
        <pc:sldLayoutChg chg="del">
          <pc:chgData name="Chandra Prakash C" userId="a730d810dff744dc" providerId="Windows Live" clId="Web-{76D6E576-1EBA-4E86-854E-31B42261DD60}" dt="2025-11-15T17:20:43.647" v="36"/>
          <pc:sldLayoutMkLst>
            <pc:docMk/>
            <pc:sldMasterMk cId="284790038" sldId="2147483672"/>
            <pc:sldLayoutMk cId="1035836852" sldId="2147483682"/>
          </pc:sldLayoutMkLst>
        </pc:sldLayoutChg>
        <pc:sldLayoutChg chg="del">
          <pc:chgData name="Chandra Prakash C" userId="a730d810dff744dc" providerId="Windows Live" clId="Web-{76D6E576-1EBA-4E86-854E-31B42261DD60}" dt="2025-11-15T17:20:43.647" v="36"/>
          <pc:sldLayoutMkLst>
            <pc:docMk/>
            <pc:sldMasterMk cId="284790038" sldId="2147483672"/>
            <pc:sldLayoutMk cId="2589966716" sldId="2147483683"/>
          </pc:sldLayoutMkLst>
        </pc:sldLayoutChg>
      </pc:sldMasterChg>
      <pc:sldMasterChg chg="add del addSldLayout delSldLayout modSldLayout">
        <pc:chgData name="Chandra Prakash C" userId="a730d810dff744dc" providerId="Windows Live" clId="Web-{76D6E576-1EBA-4E86-854E-31B42261DD60}" dt="2025-11-15T17:20:47.178" v="37"/>
        <pc:sldMasterMkLst>
          <pc:docMk/>
          <pc:sldMasterMk cId="402538152" sldId="2147483684"/>
        </pc:sldMasterMkLst>
        <pc:sldLayoutChg chg="add del mod replId">
          <pc:chgData name="Chandra Prakash C" userId="a730d810dff744dc" providerId="Windows Live" clId="Web-{76D6E576-1EBA-4E86-854E-31B42261DD60}" dt="2025-11-15T17:20:47.178" v="37"/>
          <pc:sldLayoutMkLst>
            <pc:docMk/>
            <pc:sldMasterMk cId="402538152" sldId="2147483684"/>
            <pc:sldLayoutMk cId="2882139873" sldId="2147483685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7.178" v="37"/>
          <pc:sldLayoutMkLst>
            <pc:docMk/>
            <pc:sldMasterMk cId="402538152" sldId="2147483684"/>
            <pc:sldLayoutMk cId="776052177" sldId="2147483686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7.178" v="37"/>
          <pc:sldLayoutMkLst>
            <pc:docMk/>
            <pc:sldMasterMk cId="402538152" sldId="2147483684"/>
            <pc:sldLayoutMk cId="2639569866" sldId="2147483687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7.178" v="37"/>
          <pc:sldLayoutMkLst>
            <pc:docMk/>
            <pc:sldMasterMk cId="402538152" sldId="2147483684"/>
            <pc:sldLayoutMk cId="109363525" sldId="2147483688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7.178" v="37"/>
          <pc:sldLayoutMkLst>
            <pc:docMk/>
            <pc:sldMasterMk cId="402538152" sldId="2147483684"/>
            <pc:sldLayoutMk cId="3237519888" sldId="2147483689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7.178" v="37"/>
          <pc:sldLayoutMkLst>
            <pc:docMk/>
            <pc:sldMasterMk cId="402538152" sldId="2147483684"/>
            <pc:sldLayoutMk cId="298156526" sldId="2147483690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7.178" v="37"/>
          <pc:sldLayoutMkLst>
            <pc:docMk/>
            <pc:sldMasterMk cId="402538152" sldId="2147483684"/>
            <pc:sldLayoutMk cId="2361784299" sldId="2147483691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7.178" v="37"/>
          <pc:sldLayoutMkLst>
            <pc:docMk/>
            <pc:sldMasterMk cId="402538152" sldId="2147483684"/>
            <pc:sldLayoutMk cId="4253059167" sldId="2147483692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7.178" v="37"/>
          <pc:sldLayoutMkLst>
            <pc:docMk/>
            <pc:sldMasterMk cId="402538152" sldId="2147483684"/>
            <pc:sldLayoutMk cId="3297187085" sldId="2147483693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7.178" v="37"/>
          <pc:sldLayoutMkLst>
            <pc:docMk/>
            <pc:sldMasterMk cId="402538152" sldId="2147483684"/>
            <pc:sldLayoutMk cId="2468134462" sldId="2147483694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7.178" v="37"/>
          <pc:sldLayoutMkLst>
            <pc:docMk/>
            <pc:sldMasterMk cId="402538152" sldId="2147483684"/>
            <pc:sldLayoutMk cId="1815124525" sldId="2147483695"/>
          </pc:sldLayoutMkLst>
        </pc:sldLayoutChg>
      </pc:sldMasterChg>
      <pc:sldMasterChg chg="add del addSldLayout delSldLayout modSldLayout">
        <pc:chgData name="Chandra Prakash C" userId="a730d810dff744dc" providerId="Windows Live" clId="Web-{76D6E576-1EBA-4E86-854E-31B42261DD60}" dt="2025-11-15T17:20:49.569" v="38"/>
        <pc:sldMasterMkLst>
          <pc:docMk/>
          <pc:sldMasterMk cId="844921941" sldId="2147483696"/>
        </pc:sldMasterMkLst>
        <pc:sldLayoutChg chg="add del mod replId">
          <pc:chgData name="Chandra Prakash C" userId="a730d810dff744dc" providerId="Windows Live" clId="Web-{76D6E576-1EBA-4E86-854E-31B42261DD60}" dt="2025-11-15T17:20:49.569" v="38"/>
          <pc:sldLayoutMkLst>
            <pc:docMk/>
            <pc:sldMasterMk cId="844921941" sldId="2147483696"/>
            <pc:sldLayoutMk cId="3577380233" sldId="2147483697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9.569" v="38"/>
          <pc:sldLayoutMkLst>
            <pc:docMk/>
            <pc:sldMasterMk cId="844921941" sldId="2147483696"/>
            <pc:sldLayoutMk cId="1120234706" sldId="2147483698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9.569" v="38"/>
          <pc:sldLayoutMkLst>
            <pc:docMk/>
            <pc:sldMasterMk cId="844921941" sldId="2147483696"/>
            <pc:sldLayoutMk cId="2332298935" sldId="2147483699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9.569" v="38"/>
          <pc:sldLayoutMkLst>
            <pc:docMk/>
            <pc:sldMasterMk cId="844921941" sldId="2147483696"/>
            <pc:sldLayoutMk cId="632751462" sldId="2147483700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9.569" v="38"/>
          <pc:sldLayoutMkLst>
            <pc:docMk/>
            <pc:sldMasterMk cId="844921941" sldId="2147483696"/>
            <pc:sldLayoutMk cId="2208302157" sldId="2147483701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9.569" v="38"/>
          <pc:sldLayoutMkLst>
            <pc:docMk/>
            <pc:sldMasterMk cId="844921941" sldId="2147483696"/>
            <pc:sldLayoutMk cId="900705792" sldId="2147483702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9.569" v="38"/>
          <pc:sldLayoutMkLst>
            <pc:docMk/>
            <pc:sldMasterMk cId="844921941" sldId="2147483696"/>
            <pc:sldLayoutMk cId="1423554752" sldId="2147483703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9.569" v="38"/>
          <pc:sldLayoutMkLst>
            <pc:docMk/>
            <pc:sldMasterMk cId="844921941" sldId="2147483696"/>
            <pc:sldLayoutMk cId="254135539" sldId="2147483704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9.569" v="38"/>
          <pc:sldLayoutMkLst>
            <pc:docMk/>
            <pc:sldMasterMk cId="844921941" sldId="2147483696"/>
            <pc:sldLayoutMk cId="3416814059" sldId="2147483705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9.569" v="38"/>
          <pc:sldLayoutMkLst>
            <pc:docMk/>
            <pc:sldMasterMk cId="844921941" sldId="2147483696"/>
            <pc:sldLayoutMk cId="2398022427" sldId="2147483706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49.569" v="38"/>
          <pc:sldLayoutMkLst>
            <pc:docMk/>
            <pc:sldMasterMk cId="844921941" sldId="2147483696"/>
            <pc:sldLayoutMk cId="2079140968" sldId="2147483707"/>
          </pc:sldLayoutMkLst>
        </pc:sldLayoutChg>
      </pc:sldMasterChg>
      <pc:sldMasterChg chg="add del addSldLayout delSldLayout modSldLayout">
        <pc:chgData name="Chandra Prakash C" userId="a730d810dff744dc" providerId="Windows Live" clId="Web-{76D6E576-1EBA-4E86-854E-31B42261DD60}" dt="2025-11-15T17:20:51.740" v="39"/>
        <pc:sldMasterMkLst>
          <pc:docMk/>
          <pc:sldMasterMk cId="3352201879" sldId="2147483708"/>
        </pc:sldMasterMkLst>
        <pc:sldLayoutChg chg="add del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352201879" sldId="2147483708"/>
            <pc:sldLayoutMk cId="2373684806" sldId="2147483709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352201879" sldId="2147483708"/>
            <pc:sldLayoutMk cId="1347944971" sldId="2147483710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352201879" sldId="2147483708"/>
            <pc:sldLayoutMk cId="3537410825" sldId="2147483711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352201879" sldId="2147483708"/>
            <pc:sldLayoutMk cId="2556777330" sldId="2147483712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352201879" sldId="2147483708"/>
            <pc:sldLayoutMk cId="2872205962" sldId="2147483713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352201879" sldId="2147483708"/>
            <pc:sldLayoutMk cId="2650664137" sldId="2147483714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352201879" sldId="2147483708"/>
            <pc:sldLayoutMk cId="3143866928" sldId="2147483715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352201879" sldId="2147483708"/>
            <pc:sldLayoutMk cId="2343735874" sldId="2147483716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352201879" sldId="2147483708"/>
            <pc:sldLayoutMk cId="99161647" sldId="2147483717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352201879" sldId="2147483708"/>
            <pc:sldLayoutMk cId="693622454" sldId="2147483718"/>
          </pc:sldLayoutMkLst>
        </pc:sldLayoutChg>
        <pc:sldLayoutChg chg="add del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352201879" sldId="2147483708"/>
            <pc:sldLayoutMk cId="2386444239" sldId="2147483719"/>
          </pc:sldLayoutMkLst>
        </pc:sldLayoutChg>
      </pc:sldMasterChg>
      <pc:sldMasterChg chg="add addSldLayout modSldLayout">
        <pc:chgData name="Chandra Prakash C" userId="a730d810dff744dc" providerId="Windows Live" clId="Web-{76D6E576-1EBA-4E86-854E-31B42261DD60}" dt="2025-11-15T17:20:51.740" v="39"/>
        <pc:sldMasterMkLst>
          <pc:docMk/>
          <pc:sldMasterMk cId="3808701455" sldId="2147483720"/>
        </pc:sldMasterMkLst>
        <pc:sldLayoutChg chg="add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808701455" sldId="2147483720"/>
            <pc:sldLayoutMk cId="3509018322" sldId="2147483721"/>
          </pc:sldLayoutMkLst>
        </pc:sldLayoutChg>
        <pc:sldLayoutChg chg="add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808701455" sldId="2147483720"/>
            <pc:sldLayoutMk cId="1905041455" sldId="2147483722"/>
          </pc:sldLayoutMkLst>
        </pc:sldLayoutChg>
        <pc:sldLayoutChg chg="add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808701455" sldId="2147483720"/>
            <pc:sldLayoutMk cId="2985487573" sldId="2147483723"/>
          </pc:sldLayoutMkLst>
        </pc:sldLayoutChg>
        <pc:sldLayoutChg chg="add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808701455" sldId="2147483720"/>
            <pc:sldLayoutMk cId="346684523" sldId="2147483724"/>
          </pc:sldLayoutMkLst>
        </pc:sldLayoutChg>
        <pc:sldLayoutChg chg="add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808701455" sldId="2147483720"/>
            <pc:sldLayoutMk cId="1065346734" sldId="2147483725"/>
          </pc:sldLayoutMkLst>
        </pc:sldLayoutChg>
        <pc:sldLayoutChg chg="add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808701455" sldId="2147483720"/>
            <pc:sldLayoutMk cId="1937400744" sldId="2147483726"/>
          </pc:sldLayoutMkLst>
        </pc:sldLayoutChg>
        <pc:sldLayoutChg chg="add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808701455" sldId="2147483720"/>
            <pc:sldLayoutMk cId="2513360291" sldId="2147483727"/>
          </pc:sldLayoutMkLst>
        </pc:sldLayoutChg>
        <pc:sldLayoutChg chg="add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808701455" sldId="2147483720"/>
            <pc:sldLayoutMk cId="2297285207" sldId="2147483728"/>
          </pc:sldLayoutMkLst>
        </pc:sldLayoutChg>
        <pc:sldLayoutChg chg="add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808701455" sldId="2147483720"/>
            <pc:sldLayoutMk cId="2295167398" sldId="2147483729"/>
          </pc:sldLayoutMkLst>
        </pc:sldLayoutChg>
        <pc:sldLayoutChg chg="add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808701455" sldId="2147483720"/>
            <pc:sldLayoutMk cId="2594236201" sldId="2147483730"/>
          </pc:sldLayoutMkLst>
        </pc:sldLayoutChg>
        <pc:sldLayoutChg chg="add mod replId">
          <pc:chgData name="Chandra Prakash C" userId="a730d810dff744dc" providerId="Windows Live" clId="Web-{76D6E576-1EBA-4E86-854E-31B42261DD60}" dt="2025-11-15T17:20:51.740" v="39"/>
          <pc:sldLayoutMkLst>
            <pc:docMk/>
            <pc:sldMasterMk cId="3808701455" sldId="2147483720"/>
            <pc:sldLayoutMk cId="3178767539" sldId="2147483731"/>
          </pc:sldLayoutMkLst>
        </pc:sldLayoutChg>
      </pc:sldMasterChg>
    </pc:docChg>
  </pc:docChgLst>
  <pc:docChgLst>
    <pc:chgData name="Chandra Prakash C" userId="a730d810dff744dc" providerId="Windows Live" clId="Web-{4BEC33F3-1648-CA46-55B2-0322457CC83B}"/>
    <pc:docChg chg="modSld">
      <pc:chgData name="Chandra Prakash C" userId="a730d810dff744dc" providerId="Windows Live" clId="Web-{4BEC33F3-1648-CA46-55B2-0322457CC83B}" dt="2025-11-16T09:30:55.342" v="3" actId="14100"/>
      <pc:docMkLst>
        <pc:docMk/>
      </pc:docMkLst>
      <pc:sldChg chg="modSp">
        <pc:chgData name="Chandra Prakash C" userId="a730d810dff744dc" providerId="Windows Live" clId="Web-{4BEC33F3-1648-CA46-55B2-0322457CC83B}" dt="2025-11-16T09:28:38.556" v="0" actId="20577"/>
        <pc:sldMkLst>
          <pc:docMk/>
          <pc:sldMk cId="109857222" sldId="256"/>
        </pc:sldMkLst>
        <pc:spChg chg="mod">
          <ac:chgData name="Chandra Prakash C" userId="a730d810dff744dc" providerId="Windows Live" clId="Web-{4BEC33F3-1648-CA46-55B2-0322457CC83B}" dt="2025-11-16T09:28:38.556" v="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Chandra Prakash C" userId="a730d810dff744dc" providerId="Windows Live" clId="Web-{4BEC33F3-1648-CA46-55B2-0322457CC83B}" dt="2025-11-16T09:30:55.342" v="3" actId="14100"/>
        <pc:sldMkLst>
          <pc:docMk/>
          <pc:sldMk cId="2208522027" sldId="263"/>
        </pc:sldMkLst>
        <pc:spChg chg="mod">
          <ac:chgData name="Chandra Prakash C" userId="a730d810dff744dc" providerId="Windows Live" clId="Web-{4BEC33F3-1648-CA46-55B2-0322457CC83B}" dt="2025-11-16T09:30:48.123" v="2" actId="20577"/>
          <ac:spMkLst>
            <pc:docMk/>
            <pc:sldMk cId="2208522027" sldId="263"/>
            <ac:spMk id="8" creationId="{3D88A9E5-A532-6625-2A9A-88939FAF6651}"/>
          </ac:spMkLst>
        </pc:spChg>
        <pc:picChg chg="mod">
          <ac:chgData name="Chandra Prakash C" userId="a730d810dff744dc" providerId="Windows Live" clId="Web-{4BEC33F3-1648-CA46-55B2-0322457CC83B}" dt="2025-11-16T09:30:55.342" v="3" actId="14100"/>
          <ac:picMkLst>
            <pc:docMk/>
            <pc:sldMk cId="2208522027" sldId="263"/>
            <ac:picMk id="2" creationId="{B3235256-FCFD-C225-B8C7-2D48E397F0F7}"/>
          </ac:picMkLst>
        </pc:picChg>
      </pc:sldChg>
      <pc:sldChg chg="modSp">
        <pc:chgData name="Chandra Prakash C" userId="a730d810dff744dc" providerId="Windows Live" clId="Web-{4BEC33F3-1648-CA46-55B2-0322457CC83B}" dt="2025-11-16T09:29:55.402" v="1" actId="14100"/>
        <pc:sldMkLst>
          <pc:docMk/>
          <pc:sldMk cId="1224433147" sldId="266"/>
        </pc:sldMkLst>
        <pc:picChg chg="mod">
          <ac:chgData name="Chandra Prakash C" userId="a730d810dff744dc" providerId="Windows Live" clId="Web-{4BEC33F3-1648-CA46-55B2-0322457CC83B}" dt="2025-11-16T09:29:55.402" v="1" actId="14100"/>
          <ac:picMkLst>
            <pc:docMk/>
            <pc:sldMk cId="1224433147" sldId="266"/>
            <ac:picMk id="3" creationId="{312C163A-96F3-4F2E-B86C-74DF915F7AE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09018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41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8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46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0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60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85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6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3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67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0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ndraprakashcp/Gen-AI-and-AI-tool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handraprakashcp/Riverty_Automation_Task.gi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72" y="1528124"/>
            <a:ext cx="11036808" cy="11447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>
                <a:solidFill>
                  <a:srgbClr val="0F4761"/>
                </a:solidFill>
                <a:latin typeface="Arial"/>
                <a:cs typeface="Arial"/>
              </a:rPr>
              <a:t>Test Automation Task</a:t>
            </a:r>
            <a:endParaRPr lang="en-US" sz="6000">
              <a:latin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75792" y="4547339"/>
            <a:ext cx="5337088" cy="1481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000" b="1">
                <a:solidFill>
                  <a:srgbClr val="002060"/>
                </a:solidFill>
                <a:latin typeface="Arial"/>
                <a:cs typeface="Arial"/>
              </a:rPr>
              <a:t>Task:           </a:t>
            </a:r>
            <a:r>
              <a:rPr lang="en-GB" sz="2000">
                <a:solidFill>
                  <a:srgbClr val="002060"/>
                </a:solidFill>
                <a:latin typeface="Arial"/>
                <a:cs typeface="Arial"/>
              </a:rPr>
              <a:t>  Part 1- Test Automation Task</a:t>
            </a:r>
            <a:endParaRPr lang="en-US" sz="200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GB" sz="2000" b="1">
                <a:solidFill>
                  <a:srgbClr val="002060"/>
                </a:solidFill>
                <a:latin typeface="Arial"/>
                <a:cs typeface="Arial"/>
              </a:rPr>
              <a:t>Prepared by:  </a:t>
            </a:r>
            <a:r>
              <a:rPr lang="en-GB" sz="2000">
                <a:solidFill>
                  <a:srgbClr val="002060"/>
                </a:solidFill>
                <a:latin typeface="Arial"/>
                <a:cs typeface="Arial"/>
              </a:rPr>
              <a:t>Chandra Prakash</a:t>
            </a:r>
            <a:endParaRPr lang="en-US"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GB" sz="2000" b="1">
                <a:solidFill>
                  <a:srgbClr val="002060"/>
                </a:solidFill>
                <a:latin typeface="Arial"/>
                <a:cs typeface="Arial"/>
              </a:rPr>
              <a:t>Date:               </a:t>
            </a:r>
            <a:r>
              <a:rPr lang="en-GB" sz="2000">
                <a:solidFill>
                  <a:srgbClr val="002060"/>
                </a:solidFill>
                <a:latin typeface="Arial"/>
                <a:cs typeface="Arial"/>
              </a:rPr>
              <a:t>17-11-2025</a:t>
            </a:r>
            <a:endParaRPr lang="en-US" sz="2000">
              <a:latin typeface="Arial"/>
              <a:cs typeface="Arial"/>
            </a:endParaRPr>
          </a:p>
          <a:p>
            <a:endParaRPr lang="en-GB"/>
          </a:p>
        </p:txBody>
      </p:sp>
      <p:pic>
        <p:nvPicPr>
          <p:cNvPr id="5" name="Picture 4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7B459F83-200D-5887-8016-95BDBD338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70" y="4521776"/>
            <a:ext cx="3067917" cy="21924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2CA925-4AE3-ED47-F485-56480F910521}"/>
              </a:ext>
            </a:extLst>
          </p:cNvPr>
          <p:cNvSpPr txBox="1"/>
          <p:nvPr/>
        </p:nvSpPr>
        <p:spPr>
          <a:xfrm>
            <a:off x="6272645" y="5794663"/>
            <a:ext cx="5108863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solidFill>
                  <a:srgbClr val="0070C0"/>
                </a:solidFill>
              </a:rPr>
              <a:t>GitHub</a:t>
            </a:r>
            <a:r>
              <a:rPr lang="en-US" b="1">
                <a:solidFill>
                  <a:srgbClr val="0070C0"/>
                </a:solidFill>
              </a:rPr>
              <a:t> </a:t>
            </a:r>
            <a:r>
              <a:rPr lang="en-US" b="1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Repo:</a:t>
            </a:r>
            <a:r>
              <a:rPr lang="en-US">
                <a:hlinkClick r:id="rId3"/>
              </a:rPr>
              <a:t> </a:t>
            </a:r>
            <a:r>
              <a:rPr lang="en-US"/>
              <a:t> </a:t>
            </a:r>
            <a:r>
              <a:rPr lang="en-US">
                <a:ea typeface="+mn-lt"/>
                <a:cs typeface="+mn-lt"/>
                <a:hlinkClick r:id="rId4"/>
              </a:rPr>
              <a:t>https://github.com/chandraprakashcp/Riverty_Automation_Task.git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96212-C83A-73BA-CE00-53F7458FF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388FD-0334-FD75-E553-307BD04AA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1F0A8-E549-2F3F-99C9-C956AAB9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069B018-2BE3-1182-3A29-4A8B04530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077" y="22169"/>
            <a:ext cx="11272009" cy="6515816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1600" b="1">
                <a:solidFill>
                  <a:srgbClr val="0070C0"/>
                </a:solidFill>
                <a:latin typeface="Arial"/>
                <a:cs typeface="Arial"/>
              </a:rPr>
            </a:br>
            <a:br>
              <a:rPr lang="en-US" sz="1600" b="1">
                <a:solidFill>
                  <a:srgbClr val="0070C0"/>
                </a:solidFill>
                <a:latin typeface="Arial"/>
                <a:cs typeface="Arial"/>
              </a:rPr>
            </a:br>
            <a:r>
              <a:rPr lang="en-US" sz="18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Project Objective</a:t>
            </a:r>
            <a:endParaRPr lang="en-GB" sz="180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r>
              <a:rPr lang="en-US" sz="1800">
                <a:solidFill>
                  <a:srgbClr val="0070C0"/>
                </a:solidFill>
                <a:latin typeface="Arial"/>
                <a:ea typeface="+mn-lt"/>
                <a:cs typeface="+mn-lt"/>
              </a:rPr>
              <a:t>  To design, develop, and automate a robust acceptance test suite for the </a:t>
            </a:r>
            <a:br>
              <a:rPr lang="en-US" sz="1800">
                <a:solidFill>
                  <a:srgbClr val="0070C0"/>
                </a:solidFill>
                <a:latin typeface="Arial"/>
                <a:ea typeface="+mn-lt"/>
                <a:cs typeface="+mn-lt"/>
              </a:rPr>
            </a:br>
            <a:r>
              <a:rPr lang="en-US" sz="1800">
                <a:solidFill>
                  <a:srgbClr val="0070C0"/>
                </a:solidFill>
                <a:latin typeface="Arial"/>
                <a:ea typeface="+mn-lt"/>
                <a:cs typeface="+mn-lt"/>
              </a:rPr>
              <a:t>Restful-booker Booking API, ensuring high-quality test coverage and integrating </a:t>
            </a:r>
            <a:br>
              <a:rPr lang="en-US" sz="1800">
                <a:solidFill>
                  <a:srgbClr val="0070C0"/>
                </a:solidFill>
                <a:latin typeface="Arial"/>
                <a:ea typeface="+mn-lt"/>
                <a:cs typeface="+mn-lt"/>
              </a:rPr>
            </a:br>
            <a:r>
              <a:rPr lang="en-US" sz="1800">
                <a:solidFill>
                  <a:srgbClr val="0070C0"/>
                </a:solidFill>
                <a:latin typeface="Arial"/>
                <a:ea typeface="+mn-lt"/>
                <a:cs typeface="+mn-lt"/>
              </a:rPr>
              <a:t>the solution into a modern CI/CD pipeline.</a:t>
            </a:r>
          </a:p>
          <a:p>
            <a:br>
              <a:rPr lang="en-US" sz="1800">
                <a:solidFill>
                  <a:srgbClr val="0070C0"/>
                </a:solidFill>
                <a:latin typeface="Arial"/>
                <a:ea typeface="+mn-lt"/>
                <a:cs typeface="+mn-lt"/>
              </a:rPr>
            </a:br>
            <a:br>
              <a:rPr lang="en-US" sz="1800">
                <a:latin typeface="Arial"/>
                <a:ea typeface="+mn-lt"/>
                <a:cs typeface="+mn-lt"/>
              </a:rPr>
            </a:br>
            <a:r>
              <a:rPr lang="en-US" sz="18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Key Tasks &amp; Requirements</a:t>
            </a:r>
            <a:br>
              <a:rPr lang="en-US" sz="1800" b="1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endParaRPr lang="en-US" sz="1800">
              <a:solidFill>
                <a:srgbClr val="0070C0"/>
              </a:solidFill>
              <a:latin typeface="Arial"/>
              <a:ea typeface="+mn-lt"/>
              <a:cs typeface="+mn-lt"/>
            </a:endParaRPr>
          </a:p>
          <a:p>
            <a:r>
              <a:rPr lang="en-US" sz="18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Test Development:</a:t>
            </a:r>
            <a:endParaRPr lang="en-US" sz="180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pPr marL="285750" lvl="1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  <a:t>Write acceptance tests using Cucumber/SpecFlow/.NET (Gherkin &amp; C#) with Visual Studio or a programming language of choice</a:t>
            </a:r>
            <a:endParaRPr lang="en-GB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pPr marL="285750" lvl="1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  <a:t>Cover all critical APIs: </a:t>
            </a:r>
            <a:r>
              <a:rPr lang="en-US" err="1">
                <a:solidFill>
                  <a:srgbClr val="0070C0"/>
                </a:solidFill>
                <a:latin typeface="Arial"/>
                <a:cs typeface="Arial"/>
              </a:rPr>
              <a:t>GetBookingIds</a:t>
            </a:r>
            <a: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  <a:t>, </a:t>
            </a:r>
            <a:r>
              <a:rPr lang="en-US" err="1">
                <a:solidFill>
                  <a:srgbClr val="0070C0"/>
                </a:solidFill>
                <a:latin typeface="Arial"/>
                <a:cs typeface="Arial"/>
              </a:rPr>
              <a:t>GetBooking</a:t>
            </a:r>
            <a: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  <a:t>, </a:t>
            </a:r>
            <a:r>
              <a:rPr lang="en-US" err="1">
                <a:solidFill>
                  <a:srgbClr val="0070C0"/>
                </a:solidFill>
                <a:latin typeface="Arial"/>
                <a:cs typeface="Arial"/>
              </a:rPr>
              <a:t>CreateBooking</a:t>
            </a:r>
            <a: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  <a:t>, </a:t>
            </a:r>
            <a:r>
              <a:rPr lang="en-US" err="1">
                <a:solidFill>
                  <a:srgbClr val="0070C0"/>
                </a:solidFill>
                <a:latin typeface="Arial"/>
                <a:cs typeface="Arial"/>
              </a:rPr>
              <a:t>UpdateBooking</a:t>
            </a:r>
            <a: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  <a:t>.</a:t>
            </a:r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pPr marL="285750" lvl="1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  <a:t>Utilize Scenario Outline for data-driven testing.</a:t>
            </a:r>
            <a:b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18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Execution &amp; Reporting:</a:t>
            </a:r>
            <a:endParaRPr lang="en-GB" sz="1800">
              <a:solidFill>
                <a:srgbClr val="0070C0"/>
              </a:solidFill>
              <a:latin typeface="Arial"/>
              <a:cs typeface="Arial"/>
            </a:endParaRPr>
          </a:p>
          <a:p>
            <a:pPr marL="285750" lvl="1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  <a:t>Generate a detailed Test Execution Report after each run.</a:t>
            </a:r>
            <a:b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18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Containerization &amp; DevOps:</a:t>
            </a:r>
            <a:endParaRPr lang="en-GB" sz="1800">
              <a:solidFill>
                <a:srgbClr val="0070C0"/>
              </a:solidFill>
              <a:latin typeface="Arial"/>
              <a:cs typeface="Arial"/>
            </a:endParaRPr>
          </a:p>
          <a:p>
            <a:pPr marL="285750" lvl="1" indent="-285750">
              <a:spcBef>
                <a:spcPct val="0"/>
              </a:spcBef>
              <a:buFont typeface="Arial"/>
              <a:buChar char="•"/>
            </a:pPr>
            <a:r>
              <a:rPr lang="en-US" err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Dockerize</a:t>
            </a:r>
            <a: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  <a:t> the entire test solution for portability and consistency.</a:t>
            </a:r>
          </a:p>
          <a:p>
            <a:pPr marL="285750" lvl="1" indent="-285750" algn="l">
              <a:buFont typeface="Arial"/>
              <a:buChar char="•"/>
            </a:pPr>
            <a: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  <a:t>Execute the tests automatically in a pipeline (Azure DevOps or GitLab CI).</a:t>
            </a:r>
            <a:br>
              <a:rPr lang="en-US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br>
              <a:rPr lang="en-US">
                <a:latin typeface="Arial"/>
                <a:ea typeface="+mj-lt"/>
                <a:cs typeface="+mj-lt"/>
              </a:rPr>
            </a:br>
            <a:endParaRPr lang="en-US">
              <a:latin typeface="Arial"/>
              <a:ea typeface="+mj-lt"/>
              <a:cs typeface="+mj-lt"/>
            </a:endParaRPr>
          </a:p>
          <a:p>
            <a:endParaRPr lang="en-US" sz="1800">
              <a:solidFill>
                <a:srgbClr val="0070C0"/>
              </a:solidFill>
              <a:latin typeface="Arial"/>
              <a:ea typeface="+mn-lt"/>
              <a:cs typeface="+mn-lt"/>
            </a:endParaRPr>
          </a:p>
        </p:txBody>
      </p:sp>
      <p:pic>
        <p:nvPicPr>
          <p:cNvPr id="9" name="Picture 8" descr="A person standing next to a clipboard with a pencil&#10;&#10;AI-generated content may be incorrect.">
            <a:extLst>
              <a:ext uri="{FF2B5EF4-FFF2-40B4-BE49-F238E27FC236}">
                <a16:creationId xmlns:a16="http://schemas.microsoft.com/office/drawing/2014/main" id="{255280F6-6D66-4D14-E8C0-BA9A242D5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765" y="2"/>
            <a:ext cx="3200399" cy="203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5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510B-F379-BDFB-56BF-7C528EB40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7F1F8-9CA1-40BF-2F30-1154C3E1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3E63C-0D84-A4CE-3FC5-F0633BCE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04700-FF86-7F3D-ED7B-3EE51DB3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97BB92C-5125-F773-453B-9789569D6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48" y="-194615"/>
            <a:ext cx="11272009" cy="654719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br>
              <a:rPr lang="en-US" sz="1600" b="1">
                <a:solidFill>
                  <a:srgbClr val="0070C0"/>
                </a:solidFill>
                <a:latin typeface="Arial"/>
                <a:cs typeface="Arial"/>
              </a:rPr>
            </a:br>
            <a:r>
              <a:rPr lang="en-GB" sz="31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Overview on what was built</a:t>
            </a:r>
            <a:br>
              <a:rPr lang="en-US" sz="1600" b="1">
                <a:solidFill>
                  <a:srgbClr val="0070C0"/>
                </a:solidFill>
                <a:latin typeface="Arial"/>
                <a:cs typeface="Arial"/>
              </a:rPr>
            </a:br>
            <a:endParaRPr lang="en-US" sz="1600" b="1">
              <a:latin typeface="Arial"/>
              <a:cs typeface="Arial"/>
            </a:endParaRPr>
          </a:p>
          <a:p>
            <a:pPr marL="285750" indent="-285750">
              <a:buFont typeface="Symbol"/>
              <a:buChar char="•"/>
            </a:pPr>
            <a:r>
              <a:rPr lang="en-GB" sz="18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Automated testing framework for Restful-Booker API</a:t>
            </a:r>
            <a:endParaRPr lang="en-US" sz="1800" kern="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pPr marL="285750" indent="-285750">
              <a:buFont typeface="Symbol"/>
              <a:buChar char="•"/>
            </a:pPr>
            <a:r>
              <a:rPr lang="en-GB" sz="18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Behaviour-Driven Development (BDD) approach</a:t>
            </a:r>
            <a:endParaRPr lang="en-US" sz="1800" kern="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pPr marL="285750" indent="-285750">
              <a:spcBef>
                <a:spcPct val="0"/>
              </a:spcBef>
              <a:buFont typeface="Symbol"/>
              <a:buChar char="•"/>
            </a:pPr>
            <a:r>
              <a:rPr lang="en-GB" sz="18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Enterprise-ready with CI/CD integration</a:t>
            </a:r>
            <a:endParaRPr lang="en-US" sz="1800" kern="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pPr marL="285750" indent="-285750">
              <a:spcBef>
                <a:spcPct val="0"/>
              </a:spcBef>
              <a:buFont typeface="Symbol"/>
              <a:buChar char="•"/>
            </a:pPr>
            <a:r>
              <a:rPr lang="en-GB" sz="18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Comprehensive reporting and scalability</a:t>
            </a:r>
            <a:endParaRPr lang="en-US" sz="1800" kern="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br>
              <a:rPr lang="en-US" sz="1800" kern="0">
                <a:latin typeface="Arial"/>
                <a:ea typeface="+mj-lt"/>
                <a:cs typeface="+mj-lt"/>
              </a:rPr>
            </a:br>
            <a:r>
              <a:rPr lang="en-US" sz="20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Technologies &amp; Tools:</a:t>
            </a:r>
            <a:br>
              <a:rPr lang="en-US" sz="1600" b="1" kern="0">
                <a:latin typeface="Arial"/>
                <a:ea typeface="+mj-lt"/>
                <a:cs typeface="+mj-lt"/>
              </a:rPr>
            </a:br>
            <a:endParaRPr lang="en-US" sz="160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r>
              <a:rPr lang="en-US" sz="16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Core Language &amp; Platform:</a:t>
            </a:r>
            <a:r>
              <a:rPr lang="en-US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 </a:t>
            </a:r>
            <a:br>
              <a:rPr lang="en-US" sz="1600" kern="0">
                <a:latin typeface="Arial"/>
                <a:ea typeface="+mj-lt"/>
                <a:cs typeface="+mj-lt"/>
              </a:rPr>
            </a:br>
            <a:r>
              <a:rPr lang="en-US" sz="20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.</a:t>
            </a:r>
            <a:r>
              <a:rPr lang="en-US" sz="16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 C# / .NET 6</a:t>
            </a:r>
            <a:br>
              <a:rPr lang="en-US" sz="1600" kern="0">
                <a:latin typeface="Arial"/>
                <a:ea typeface="+mj-lt"/>
                <a:cs typeface="+mj-lt"/>
              </a:rPr>
            </a:br>
            <a:endParaRPr lang="en-US" sz="160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r>
              <a:rPr lang="en-US" sz="16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Testing Framework:</a:t>
            </a:r>
            <a:endParaRPr lang="en-US" sz="1600" b="1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BDD &amp; Gherkin:</a:t>
            </a:r>
            <a:r>
              <a:rPr lang="en-US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 </a:t>
            </a:r>
            <a:r>
              <a:rPr lang="en-US" sz="1600" kern="0" err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SpecFlow</a:t>
            </a:r>
            <a:endParaRPr lang="en-US" sz="1600">
              <a:latin typeface="Arial"/>
              <a:ea typeface="+mj-lt"/>
              <a:cs typeface="+mj-lt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Test Runner:</a:t>
            </a:r>
            <a:r>
              <a:rPr lang="en-US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 </a:t>
            </a:r>
            <a:r>
              <a:rPr lang="en-US" sz="1600" kern="0" err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NUnit</a:t>
            </a:r>
            <a:br>
              <a:rPr lang="en-US" sz="1600">
                <a:latin typeface="Arial"/>
                <a:ea typeface="+mj-lt"/>
                <a:cs typeface="+mj-lt"/>
              </a:rPr>
            </a:br>
            <a:endParaRPr lang="en-US" sz="160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r>
              <a:rPr lang="en-US" sz="16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API &amp; Validation:</a:t>
            </a:r>
            <a:endParaRPr lang="en-GB" sz="1600">
              <a:solidFill>
                <a:srgbClr val="0070C0"/>
              </a:solidFill>
              <a:latin typeface="Arial"/>
              <a:cs typeface="Arial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API </a:t>
            </a:r>
            <a:r>
              <a:rPr lang="en-US" sz="16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Client:</a:t>
            </a:r>
            <a:r>
              <a:rPr lang="en-US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 </a:t>
            </a:r>
            <a:r>
              <a:rPr lang="en-US" sz="1600" kern="0" err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RestSharp</a:t>
            </a:r>
            <a:endParaRPr lang="en-US" sz="160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Assertions:</a:t>
            </a:r>
            <a:r>
              <a:rPr lang="en-US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 </a:t>
            </a:r>
            <a:r>
              <a:rPr lang="en-US" sz="1600" kern="0" err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FluentAssertions</a:t>
            </a:r>
            <a:br>
              <a:rPr lang="en-US" sz="1600">
                <a:latin typeface="Arial"/>
                <a:ea typeface="+mj-lt"/>
                <a:cs typeface="+mj-lt"/>
              </a:rPr>
            </a:br>
            <a:endParaRPr lang="en-US" sz="160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r>
              <a:rPr lang="en-US" sz="16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DevOps &amp; Delivery:</a:t>
            </a:r>
            <a:endParaRPr lang="en-US" sz="1600" b="1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Containerization:</a:t>
            </a:r>
            <a:r>
              <a:rPr lang="en-US" sz="1600">
                <a:solidFill>
                  <a:srgbClr val="0070C0"/>
                </a:solidFill>
                <a:latin typeface="Arial"/>
                <a:ea typeface="+mj-lt"/>
                <a:cs typeface="+mj-lt"/>
              </a:rPr>
              <a:t> Docker</a:t>
            </a:r>
            <a:endParaRPr lang="en-GB" sz="1600">
              <a:solidFill>
                <a:srgbClr val="0070C0"/>
              </a:solidFill>
              <a:latin typeface="Arial"/>
              <a:cs typeface="Arial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CI/CD</a:t>
            </a:r>
            <a:r>
              <a:rPr lang="en-US" sz="16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 Pipeline</a:t>
            </a:r>
            <a:r>
              <a:rPr lang="en-US" sz="16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:</a:t>
            </a:r>
            <a:r>
              <a:rPr lang="en-US" sz="1600">
                <a:solidFill>
                  <a:srgbClr val="0070C0"/>
                </a:solidFill>
                <a:latin typeface="Arial"/>
                <a:ea typeface="+mj-lt"/>
                <a:cs typeface="+mj-lt"/>
              </a:rPr>
              <a:t> </a:t>
            </a:r>
            <a:r>
              <a:rPr lang="en-US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GitLab CI</a:t>
            </a:r>
            <a:br>
              <a:rPr lang="en-US" sz="1600">
                <a:latin typeface="Arial"/>
                <a:ea typeface="+mj-lt"/>
                <a:cs typeface="+mj-lt"/>
              </a:rPr>
            </a:br>
            <a:endParaRPr lang="en-US" sz="160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r>
              <a:rPr lang="en-US" sz="16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Reporting &amp; Tools:</a:t>
            </a:r>
            <a:endParaRPr lang="en-GB" sz="1600">
              <a:solidFill>
                <a:srgbClr val="0070C0"/>
              </a:solidFill>
              <a:latin typeface="Arial"/>
              <a:cs typeface="Arial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Test Reporting:</a:t>
            </a:r>
            <a:r>
              <a:rPr lang="en-US" sz="1600">
                <a:solidFill>
                  <a:srgbClr val="0070C0"/>
                </a:solidFill>
                <a:latin typeface="Arial"/>
                <a:ea typeface="+mj-lt"/>
                <a:cs typeface="+mj-lt"/>
              </a:rPr>
              <a:t> Extent Reports</a:t>
            </a:r>
            <a:endParaRPr lang="en-GB" sz="1600">
              <a:solidFill>
                <a:srgbClr val="0070C0"/>
              </a:solidFill>
              <a:latin typeface="Arial"/>
              <a:cs typeface="Arial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IDE:</a:t>
            </a:r>
            <a:r>
              <a:rPr lang="en-US" sz="1600">
                <a:solidFill>
                  <a:srgbClr val="0070C0"/>
                </a:solidFill>
                <a:latin typeface="Arial"/>
                <a:ea typeface="+mj-lt"/>
                <a:cs typeface="+mj-lt"/>
              </a:rPr>
              <a:t> Visual Studio</a:t>
            </a:r>
            <a:endParaRPr lang="en-GB" sz="160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1800" kern="0">
              <a:latin typeface="Arial"/>
              <a:ea typeface="+mj-lt"/>
              <a:cs typeface="+mj-lt"/>
            </a:endParaRPr>
          </a:p>
          <a:p>
            <a:br>
              <a:rPr lang="en-US" sz="1800" kern="0">
                <a:latin typeface="Arial"/>
                <a:ea typeface="+mj-lt"/>
                <a:cs typeface="+mj-lt"/>
              </a:rPr>
            </a:br>
            <a:br>
              <a:rPr lang="en-US" sz="1800" kern="0">
                <a:latin typeface="Arial"/>
                <a:ea typeface="+mj-lt"/>
                <a:cs typeface="+mj-lt"/>
              </a:rPr>
            </a:br>
            <a:endParaRPr lang="en-US" sz="1800" kern="0">
              <a:latin typeface="Arial"/>
              <a:ea typeface="+mj-lt"/>
              <a:cs typeface="+mj-lt"/>
            </a:endParaRPr>
          </a:p>
          <a:p>
            <a:endParaRPr lang="en-US" sz="1800">
              <a:solidFill>
                <a:srgbClr val="0070C0"/>
              </a:solidFill>
              <a:latin typeface="Arial"/>
              <a:ea typeface="+mn-lt"/>
              <a:cs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EEE22A-A001-3DCD-51FE-B90D0C5D0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1220" y="3030"/>
            <a:ext cx="2605521" cy="196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5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47F18-0CBB-E951-BB3E-290BC9B4E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5FD6B-E8DC-442B-301A-8257FEF6D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C6A19-A5A5-35A2-A2E5-16CD9B99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1930-6131-D6EF-EAED-16CD43A7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4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913542B-FA7B-9382-402F-E78B839E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666" y="918231"/>
            <a:ext cx="11272009" cy="54154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br>
              <a:rPr lang="en-US" sz="1600" b="1">
                <a:solidFill>
                  <a:srgbClr val="0070C0"/>
                </a:solidFill>
                <a:latin typeface="Arial"/>
                <a:cs typeface="Arial"/>
              </a:rPr>
            </a:br>
            <a:endParaRPr lang="en-US" sz="1600" b="1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GB" sz="2700" b="1" kern="0">
                <a:solidFill>
                  <a:srgbClr val="0070C0"/>
                </a:solidFill>
                <a:latin typeface="Arial"/>
                <a:ea typeface="+mj-lt"/>
                <a:cs typeface="Segoe UI"/>
              </a:rPr>
              <a:t>Framework Capabilities</a:t>
            </a:r>
            <a:br>
              <a:rPr lang="en-GB" sz="2400" b="1" kern="0">
                <a:solidFill>
                  <a:srgbClr val="0070C0"/>
                </a:solidFill>
                <a:latin typeface="Arial"/>
                <a:ea typeface="+mj-lt"/>
                <a:cs typeface="Segoe UI"/>
              </a:rPr>
            </a:br>
            <a:br>
              <a:rPr lang="en-GB" sz="2400" b="1" kern="0">
                <a:latin typeface="Arial"/>
                <a:ea typeface="+mj-lt"/>
                <a:cs typeface="Segoe UI"/>
              </a:rPr>
            </a:br>
            <a:endParaRPr lang="en-GB" sz="2400" b="1" kern="0">
              <a:solidFill>
                <a:srgbClr val="0070C0"/>
              </a:solidFill>
              <a:latin typeface="Arial"/>
              <a:ea typeface="+mj-lt"/>
              <a:cs typeface="Segoe UI"/>
            </a:endParaRPr>
          </a:p>
          <a:p>
            <a:pPr marL="285750" indent="-285750">
              <a:buFont typeface="Symbol"/>
              <a:buChar char="•"/>
            </a:pPr>
            <a: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  <a:t>✅ BDD-style scenarios (Gherkin)</a:t>
            </a:r>
            <a:b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</a:br>
            <a:endParaRPr lang="en-US" sz="1800" kern="0">
              <a:solidFill>
                <a:srgbClr val="0070C0"/>
              </a:solidFill>
              <a:latin typeface="Arial"/>
              <a:ea typeface="Verdana"/>
              <a:cs typeface="+mj-lt"/>
            </a:endParaRPr>
          </a:p>
          <a:p>
            <a:pPr marL="285750" indent="-285750">
              <a:buFont typeface="Symbol"/>
              <a:buChar char="•"/>
            </a:pPr>
            <a: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  <a:t>✅ HTML test reporting</a:t>
            </a:r>
            <a:b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</a:br>
            <a:endParaRPr lang="en-US" sz="1800" kern="0">
              <a:solidFill>
                <a:srgbClr val="0070C0"/>
              </a:solidFill>
              <a:latin typeface="Arial"/>
              <a:ea typeface="Verdana"/>
              <a:cs typeface="+mj-lt"/>
            </a:endParaRPr>
          </a:p>
          <a:p>
            <a:pPr marL="285750" indent="-285750">
              <a:buFont typeface="Symbol"/>
              <a:buChar char="•"/>
            </a:pPr>
            <a: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  <a:t>✅ Parallel test execution</a:t>
            </a:r>
            <a:b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</a:br>
            <a:endParaRPr lang="en-US" sz="1800" kern="0">
              <a:solidFill>
                <a:srgbClr val="0070C0"/>
              </a:solidFill>
              <a:latin typeface="Arial"/>
              <a:ea typeface="Verdana"/>
              <a:cs typeface="+mj-lt"/>
            </a:endParaRPr>
          </a:p>
          <a:p>
            <a:pPr marL="285750" indent="-285750">
              <a:buFont typeface="Symbol"/>
              <a:buChar char="•"/>
            </a:pPr>
            <a: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  <a:t>✅ Tag-based test filtering</a:t>
            </a:r>
            <a:b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</a:br>
            <a:endParaRPr lang="en-US" sz="1800" kern="0">
              <a:solidFill>
                <a:srgbClr val="0070C0"/>
              </a:solidFill>
              <a:latin typeface="Arial"/>
              <a:ea typeface="Verdana"/>
              <a:cs typeface="+mj-lt"/>
            </a:endParaRPr>
          </a:p>
          <a:p>
            <a:pPr marL="285750" indent="-285750">
              <a:buFont typeface="Symbol"/>
              <a:buChar char="•"/>
            </a:pPr>
            <a: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  <a:t>✅ Configuration management</a:t>
            </a:r>
            <a:b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</a:br>
            <a:endParaRPr lang="en-US" sz="1800" kern="0">
              <a:solidFill>
                <a:srgbClr val="0070C0"/>
              </a:solidFill>
              <a:latin typeface="Arial"/>
              <a:ea typeface="Verdana"/>
              <a:cs typeface="+mj-lt"/>
            </a:endParaRPr>
          </a:p>
          <a:p>
            <a:pPr marL="285750" indent="-285750">
              <a:buFont typeface="Symbol"/>
              <a:buChar char="•"/>
            </a:pPr>
            <a: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  <a:t>✅ Docker container support</a:t>
            </a:r>
            <a:b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</a:br>
            <a:endParaRPr lang="en-US" sz="1800" kern="0">
              <a:solidFill>
                <a:srgbClr val="0070C0"/>
              </a:solidFill>
              <a:latin typeface="Arial"/>
              <a:ea typeface="Verdana"/>
              <a:cs typeface="+mj-lt"/>
            </a:endParaRPr>
          </a:p>
          <a:p>
            <a:pPr marL="285750" indent="-285750">
              <a:buFont typeface="Symbol"/>
              <a:buChar char="•"/>
            </a:pPr>
            <a:r>
              <a:rPr lang="en-GB" sz="1800" kern="0">
                <a:solidFill>
                  <a:srgbClr val="0070C0"/>
                </a:solidFill>
                <a:latin typeface="Arial"/>
                <a:ea typeface="Verdana"/>
                <a:cs typeface="+mj-lt"/>
              </a:rPr>
              <a:t>✅ CI/CD pipeline ready</a:t>
            </a:r>
            <a:endParaRPr lang="en-US" sz="1800" kern="0">
              <a:solidFill>
                <a:srgbClr val="0070C0"/>
              </a:solidFill>
              <a:latin typeface="Arial"/>
              <a:ea typeface="Verdana"/>
              <a:cs typeface="+mj-lt"/>
            </a:endParaRPr>
          </a:p>
          <a:p>
            <a:endParaRPr lang="en-GB" sz="1800" kern="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br>
              <a:rPr lang="en-US" sz="1800" kern="0">
                <a:latin typeface="Arial"/>
                <a:ea typeface="+mj-lt"/>
                <a:cs typeface="+mj-lt"/>
              </a:rPr>
            </a:br>
            <a:br>
              <a:rPr lang="en-US" sz="1800" kern="0">
                <a:latin typeface="Arial"/>
                <a:ea typeface="+mj-lt"/>
                <a:cs typeface="+mj-lt"/>
              </a:rPr>
            </a:br>
            <a:endParaRPr lang="en-US" sz="1800" kern="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endParaRPr lang="en-US" sz="1800">
              <a:solidFill>
                <a:srgbClr val="0070C0"/>
              </a:solidFill>
              <a:latin typeface="Arial"/>
              <a:ea typeface="+mn-lt"/>
              <a:cs typeface="+mn-lt"/>
            </a:endParaRPr>
          </a:p>
        </p:txBody>
      </p:sp>
      <p:pic>
        <p:nvPicPr>
          <p:cNvPr id="2" name="Picture 1" descr="A person with many hands holding various objects&#10;&#10;AI-generated content may be incorrect.">
            <a:extLst>
              <a:ext uri="{FF2B5EF4-FFF2-40B4-BE49-F238E27FC236}">
                <a16:creationId xmlns:a16="http://schemas.microsoft.com/office/drawing/2014/main" id="{D08FC8F2-F487-C472-620D-E3B562819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6359" y="4250315"/>
            <a:ext cx="3439391" cy="229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9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FAC8-302A-FF90-A7AA-93D7BCAD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AE21B3-7AB7-22E8-37E1-AFE927927329}"/>
              </a:ext>
            </a:extLst>
          </p:cNvPr>
          <p:cNvSpPr/>
          <p:nvPr/>
        </p:nvSpPr>
        <p:spPr>
          <a:xfrm>
            <a:off x="5412441" y="2071049"/>
            <a:ext cx="5465413" cy="412988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5E5F-BA05-63E4-C33A-4A2234A1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7C6-2B05-D961-D6E8-C357F5E2E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0EDD4-F89B-461B-24F3-C5388074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5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8BA3DEF-4CC9-4EEF-CA42-B06B184F6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666" y="929437"/>
            <a:ext cx="11272009" cy="5426605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1600" b="1">
                <a:solidFill>
                  <a:srgbClr val="0070C0"/>
                </a:solidFill>
                <a:latin typeface="Arial"/>
                <a:cs typeface="Arial"/>
              </a:rPr>
            </a:br>
            <a:r>
              <a:rPr lang="en-GB" sz="2400" b="1" kern="0">
                <a:solidFill>
                  <a:srgbClr val="0070C0"/>
                </a:solidFill>
                <a:latin typeface="Arial"/>
                <a:ea typeface="+mj-lt"/>
                <a:cs typeface="Segoe UI"/>
              </a:rPr>
              <a:t>Project Structure</a:t>
            </a:r>
            <a:br>
              <a:rPr lang="en-GB" sz="2400" b="1" kern="0">
                <a:latin typeface="Arial"/>
                <a:ea typeface="+mj-lt"/>
                <a:cs typeface="Segoe UI"/>
              </a:rPr>
            </a:br>
            <a:endParaRPr lang="en-GB" sz="2400" b="1" kern="0">
              <a:solidFill>
                <a:srgbClr val="0070C0"/>
              </a:solidFill>
              <a:latin typeface="Arial"/>
              <a:ea typeface="+mj-lt"/>
              <a:cs typeface="Segoe UI"/>
            </a:endParaRPr>
          </a:p>
          <a:p>
            <a:pPr marL="285750" indent="-285750">
              <a:buFont typeface="Symbol"/>
              <a:buChar char="•"/>
            </a:pPr>
            <a:endParaRPr lang="en-GB" sz="1800" kern="0">
              <a:latin typeface="Arial"/>
              <a:ea typeface="Verdana"/>
              <a:cs typeface="+mj-lt"/>
            </a:endParaRPr>
          </a:p>
          <a:p>
            <a:endParaRPr lang="en-GB" sz="1800" kern="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br>
              <a:rPr lang="en-US" sz="1800" kern="0">
                <a:latin typeface="Arial"/>
                <a:ea typeface="+mj-lt"/>
                <a:cs typeface="+mj-lt"/>
              </a:rPr>
            </a:br>
            <a:br>
              <a:rPr lang="en-US" sz="1800" kern="0">
                <a:latin typeface="Arial"/>
                <a:ea typeface="+mj-lt"/>
                <a:cs typeface="+mj-lt"/>
              </a:rPr>
            </a:br>
            <a:endParaRPr lang="en-US" sz="1800" kern="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endParaRPr lang="en-US" sz="1800">
              <a:solidFill>
                <a:srgbClr val="0070C0"/>
              </a:solidFill>
              <a:latin typeface="Arial"/>
              <a:ea typeface="+mn-lt"/>
              <a:cs typeface="+mn-lt"/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D5EA3D1-22C0-B854-E0AB-C023DC430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650" y="2201676"/>
            <a:ext cx="4861672" cy="3945033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2FB2F7-04A6-A519-721B-9D2995812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8" y="2075891"/>
            <a:ext cx="4462742" cy="4106955"/>
          </a:xfrm>
          <a:prstGeom prst="rect">
            <a:avLst/>
          </a:prstGeom>
        </p:spPr>
      </p:pic>
      <p:pic>
        <p:nvPicPr>
          <p:cNvPr id="10" name="Picture 9" descr="A person standing next to a board&#10;&#10;AI-generated content may be incorrect.">
            <a:extLst>
              <a:ext uri="{FF2B5EF4-FFF2-40B4-BE49-F238E27FC236}">
                <a16:creationId xmlns:a16="http://schemas.microsoft.com/office/drawing/2014/main" id="{E724E6BE-DA44-64F1-0F56-2EF974995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4986" y="142875"/>
            <a:ext cx="1243447" cy="114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91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D8624-19D2-464C-2C13-A39E999F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F7646-BB16-6EE1-03E0-6FAF77A5F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E5920-7BDC-3A10-139F-2D098268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DE668-E389-2E54-5709-E83931618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6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B47538B-E3B7-C932-6170-DA6DE053C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637" y="526025"/>
            <a:ext cx="11272009" cy="5426605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1600" b="1">
                <a:solidFill>
                  <a:srgbClr val="0070C0"/>
                </a:solidFill>
                <a:latin typeface="Arial"/>
                <a:cs typeface="Arial"/>
              </a:rPr>
            </a:br>
            <a:r>
              <a:rPr lang="en-GB" sz="2400" b="1" kern="0">
                <a:solidFill>
                  <a:srgbClr val="0070C0"/>
                </a:solidFill>
                <a:latin typeface="Arial"/>
                <a:ea typeface="+mj-lt"/>
                <a:cs typeface="Segoe UI"/>
              </a:rPr>
              <a:t>Test Coverage</a:t>
            </a:r>
          </a:p>
          <a:p>
            <a:pPr marL="285750" indent="-285750">
              <a:buFont typeface="Arial"/>
              <a:buChar char="•"/>
            </a:pPr>
            <a:endParaRPr lang="en-GB" sz="1800" kern="0">
              <a:solidFill>
                <a:srgbClr val="0070C0"/>
              </a:solidFill>
              <a:latin typeface="Arial"/>
              <a:ea typeface="Verdana"/>
              <a:cs typeface="+mj-lt"/>
            </a:endParaRPr>
          </a:p>
          <a:p>
            <a:endParaRPr lang="en-GB" sz="1800" kern="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r>
              <a:rPr lang="en-GB" sz="16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API Endpoints Validated:-</a:t>
            </a:r>
            <a:br>
              <a:rPr lang="en-GB" sz="1600" b="1" kern="0">
                <a:latin typeface="Arial"/>
                <a:ea typeface="+mj-lt"/>
                <a:cs typeface="+mj-lt"/>
              </a:rPr>
            </a:br>
            <a:br>
              <a:rPr lang="en-GB" sz="12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br>
              <a:rPr lang="en-GB" sz="12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br>
              <a:rPr lang="en-GB" sz="12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br>
              <a:rPr lang="en-GB" sz="12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r>
              <a:rPr lang="en-GB" sz="12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GET /booking - Retrieve booking IDs </a:t>
            </a:r>
            <a:endParaRPr lang="en-GB" sz="1200" kern="0">
              <a:solidFill>
                <a:srgbClr val="0070C0"/>
              </a:solidFill>
              <a:latin typeface="Arial"/>
              <a:ea typeface="Verdana"/>
              <a:cs typeface="+mj-lt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GB" sz="12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GET /booking/{id} - Get booking details </a:t>
            </a:r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GB" sz="12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POST /booking - Create new booking </a:t>
            </a:r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GB" sz="12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PUT /booking/{id} - Update booking</a:t>
            </a:r>
            <a:br>
              <a:rPr lang="en-GB" sz="1200" b="1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r>
              <a:rPr lang="en-GB" sz="12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   </a:t>
            </a:r>
            <a:br>
              <a:rPr lang="en-GB" sz="12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endParaRPr lang="en-GB" sz="1200" kern="0">
              <a:solidFill>
                <a:srgbClr val="0070C0"/>
              </a:solidFill>
              <a:latin typeface="Arial"/>
              <a:ea typeface="Verdana"/>
              <a:cs typeface="+mj-lt"/>
            </a:endParaRPr>
          </a:p>
          <a:p>
            <a:br>
              <a:rPr lang="en-US" sz="1800" kern="0">
                <a:latin typeface="Arial"/>
                <a:ea typeface="+mj-lt"/>
                <a:cs typeface="+mj-lt"/>
              </a:rPr>
            </a:br>
            <a:br>
              <a:rPr lang="en-US" sz="1800" kern="0">
                <a:latin typeface="Arial"/>
                <a:ea typeface="+mj-lt"/>
                <a:cs typeface="+mj-lt"/>
              </a:rPr>
            </a:br>
            <a:endParaRPr lang="en-US" sz="1800" kern="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endParaRPr lang="en-US" sz="1800">
              <a:solidFill>
                <a:srgbClr val="0070C0"/>
              </a:solidFill>
              <a:latin typeface="Arial"/>
              <a:ea typeface="+mn-lt"/>
              <a:cs typeface="+mn-lt"/>
            </a:endParaRPr>
          </a:p>
        </p:txBody>
      </p:sp>
      <p:pic>
        <p:nvPicPr>
          <p:cNvPr id="11" name="Picture 10" descr="A computer with a cloud and buttons connected to it&#10;&#10;AI-generated content may be incorrect.">
            <a:extLst>
              <a:ext uri="{FF2B5EF4-FFF2-40B4-BE49-F238E27FC236}">
                <a16:creationId xmlns:a16="http://schemas.microsoft.com/office/drawing/2014/main" id="{51E6CD1A-5B54-9AE6-C1BE-571084F42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120" y="3692237"/>
            <a:ext cx="3323359" cy="227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893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910A-940B-138B-A6B8-D7B301A7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8AF4B-9ACC-E427-A611-513134AA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87B75-F16C-F653-05C5-0002F2883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51A42-1789-42E6-FC43-B825417E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2FE809-DC2B-0130-548D-D02D36E3E7F5}"/>
              </a:ext>
            </a:extLst>
          </p:cNvPr>
          <p:cNvSpPr txBox="1"/>
          <p:nvPr/>
        </p:nvSpPr>
        <p:spPr>
          <a:xfrm>
            <a:off x="866317" y="805192"/>
            <a:ext cx="93986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>
                <a:solidFill>
                  <a:srgbClr val="0070C0"/>
                </a:solidFill>
                <a:latin typeface="Arial"/>
                <a:ea typeface="+mn-lt"/>
                <a:cs typeface="+mn-lt"/>
              </a:rPr>
              <a:t>GitLab Repo</a:t>
            </a:r>
            <a:endParaRPr lang="en-GB" sz="3600">
              <a:solidFill>
                <a:srgbClr val="0070C0"/>
              </a:solidFill>
              <a:latin typeface="Arial"/>
              <a:cs typeface="Arial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2C163A-96F3-4F2E-B86C-74DF915F7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2017135"/>
            <a:ext cx="8509290" cy="41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433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9B63F-4EAA-DF92-7D4B-0E86C3FE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F3337-D4DE-D7B5-A7A3-C9EC3411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38320-F656-3DBA-3231-C4D3E0BF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0E78D-A0F8-979B-2B88-6CDB5C87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C23A4-C572-C4E1-70BD-FF768CB873E2}"/>
              </a:ext>
            </a:extLst>
          </p:cNvPr>
          <p:cNvSpPr txBox="1"/>
          <p:nvPr/>
        </p:nvSpPr>
        <p:spPr>
          <a:xfrm>
            <a:off x="866317" y="805192"/>
            <a:ext cx="93986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>
                <a:solidFill>
                  <a:srgbClr val="0070C0"/>
                </a:solidFill>
                <a:latin typeface="Arial"/>
                <a:ea typeface="+mn-lt"/>
                <a:cs typeface="+mn-lt"/>
              </a:rPr>
              <a:t>Visual Studio</a:t>
            </a:r>
            <a:endParaRPr lang="en-GB" sz="3600">
              <a:solidFill>
                <a:srgbClr val="0070C0"/>
              </a:solidFill>
              <a:latin typeface="Arial"/>
              <a:cs typeface="Arial"/>
            </a:endParaRPr>
          </a:p>
        </p:txBody>
      </p:sp>
      <p:pic>
        <p:nvPicPr>
          <p:cNvPr id="7" name="Picture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37E555AF-6DC5-7CC9-A3C8-FADFB72EF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88" y="1642257"/>
            <a:ext cx="11105030" cy="490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8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9F54F-5BCB-B98A-0616-084B0BA9A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2B095-C8F4-536D-7C16-874FD9A2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F58D1-F9A5-3100-3C87-B95165A41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8E431-FB80-A0B5-B9DF-2CEBC4CE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0D64F-E335-02A8-D8A5-8B551F44B8A9}"/>
              </a:ext>
            </a:extLst>
          </p:cNvPr>
          <p:cNvSpPr txBox="1"/>
          <p:nvPr/>
        </p:nvSpPr>
        <p:spPr>
          <a:xfrm>
            <a:off x="831272" y="228599"/>
            <a:ext cx="10321636" cy="2696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2800" b="1">
                <a:solidFill>
                  <a:srgbClr val="0070C0"/>
                </a:solidFill>
                <a:latin typeface="Arial"/>
                <a:cs typeface="Arial"/>
              </a:rPr>
              <a:t>Containerized</a:t>
            </a:r>
            <a:endParaRPr lang="en-US" sz="280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GB" sz="160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1600" b="1">
                <a:solidFill>
                  <a:srgbClr val="0070C0"/>
                </a:solidFill>
                <a:latin typeface="Arial"/>
                <a:cs typeface="Arial"/>
              </a:rPr>
              <a:t>Containerized environment</a:t>
            </a:r>
            <a:endParaRPr lang="en-US" sz="160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1600">
                <a:solidFill>
                  <a:srgbClr val="0070C0"/>
                </a:solidFill>
                <a:latin typeface="Arial"/>
                <a:cs typeface="Arial"/>
              </a:rPr>
              <a:t>Prerequisite: Docker Desktop running</a:t>
            </a:r>
            <a:endParaRPr lang="en-US" sz="160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GB" sz="1600">
              <a:solidFill>
                <a:srgbClr val="0070C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1600" b="1">
                <a:solidFill>
                  <a:srgbClr val="0070C0"/>
                </a:solidFill>
                <a:latin typeface="Arial"/>
                <a:cs typeface="Arial"/>
              </a:rPr>
              <a:t>Containerized Testing</a:t>
            </a:r>
            <a:endParaRPr lang="en-US" sz="160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1600" b="1">
                <a:solidFill>
                  <a:srgbClr val="0070C0"/>
                </a:solidFill>
                <a:latin typeface="Arial"/>
                <a:cs typeface="Arial"/>
              </a:rPr>
              <a:t>-</a:t>
            </a:r>
            <a:r>
              <a:rPr lang="en-GB" sz="1600">
                <a:solidFill>
                  <a:srgbClr val="0070C0"/>
                </a:solidFill>
                <a:latin typeface="Arial"/>
                <a:cs typeface="Arial"/>
              </a:rPr>
              <a:t>Manual Run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1600">
                <a:solidFill>
                  <a:srgbClr val="0070C0"/>
                </a:solidFill>
                <a:latin typeface="Arial"/>
                <a:cs typeface="Arial"/>
              </a:rPr>
              <a:t>Or</a:t>
            </a:r>
            <a:endParaRPr lang="en-GB" sz="1600" b="1">
              <a:solidFill>
                <a:srgbClr val="0070C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1600">
                <a:solidFill>
                  <a:srgbClr val="0070C0"/>
                </a:solidFill>
                <a:latin typeface="Arial"/>
                <a:cs typeface="Arial"/>
              </a:rPr>
              <a:t>bash</a:t>
            </a:r>
            <a:endParaRPr lang="en-US" sz="160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1600">
                <a:solidFill>
                  <a:srgbClr val="0070C0"/>
                </a:solidFill>
                <a:latin typeface="Arial"/>
                <a:cs typeface="Arial"/>
              </a:rPr>
              <a:t>docker build -t </a:t>
            </a:r>
            <a:r>
              <a:rPr lang="en-GB" sz="1600" err="1">
                <a:solidFill>
                  <a:srgbClr val="0070C0"/>
                </a:solidFill>
                <a:latin typeface="Arial"/>
                <a:cs typeface="Arial"/>
              </a:rPr>
              <a:t>bookingapi</a:t>
            </a:r>
            <a:r>
              <a:rPr lang="en-GB" sz="1600">
                <a:solidFill>
                  <a:srgbClr val="0070C0"/>
                </a:solidFill>
                <a:latin typeface="Arial"/>
                <a:cs typeface="Arial"/>
              </a:rPr>
              <a:t>-tests .</a:t>
            </a:r>
            <a:br>
              <a:rPr lang="en-GB" sz="1600">
                <a:solidFill>
                  <a:srgbClr val="0070C0"/>
                </a:solidFill>
                <a:latin typeface="Arial"/>
                <a:cs typeface="Arial"/>
              </a:rPr>
            </a:br>
            <a:r>
              <a:rPr lang="en-GB" sz="1600">
                <a:solidFill>
                  <a:srgbClr val="0070C0"/>
                </a:solidFill>
                <a:latin typeface="Arial"/>
                <a:cs typeface="Arial"/>
              </a:rPr>
              <a:t>docker run </a:t>
            </a:r>
            <a:r>
              <a:rPr lang="en-GB" sz="1600" err="1">
                <a:solidFill>
                  <a:srgbClr val="0070C0"/>
                </a:solidFill>
                <a:latin typeface="Arial"/>
                <a:cs typeface="Arial"/>
              </a:rPr>
              <a:t>bookingapi</a:t>
            </a:r>
            <a:r>
              <a:rPr lang="en-GB" sz="1600">
                <a:solidFill>
                  <a:srgbClr val="0070C0"/>
                </a:solidFill>
                <a:latin typeface="Arial"/>
                <a:cs typeface="Arial"/>
              </a:rPr>
              <a:t>-tests</a:t>
            </a:r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59EB05-4BF6-6F48-A003-A7248B36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3" y="3089564"/>
            <a:ext cx="7716982" cy="343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2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FFE5A-6AF0-C963-CA19-8EA4A5F25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2E13E-E3BA-898E-26BE-01A5B75D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581F-EB97-DEE1-AF8E-60520C86D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7CFFC-13A3-1BF4-A891-A3414A02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10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D88A9E5-A532-6625-2A9A-88939FAF6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637" y="151953"/>
            <a:ext cx="11272009" cy="654882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GB" sz="20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S</a:t>
            </a:r>
            <a:r>
              <a:rPr lang="en-GB" sz="2200" b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etup and execution</a:t>
            </a:r>
            <a:endParaRPr lang="en-GB" sz="2200" b="1" kern="0">
              <a:solidFill>
                <a:srgbClr val="0070C0"/>
              </a:solidFill>
              <a:latin typeface="Arial"/>
              <a:ea typeface="+mj-lt"/>
              <a:cs typeface="Segoe UI"/>
            </a:endParaRPr>
          </a:p>
          <a:p>
            <a:endParaRPr lang="en-GB" sz="1600" kern="0">
              <a:latin typeface="Arial"/>
              <a:ea typeface="Verdana"/>
              <a:cs typeface="+mj-lt"/>
            </a:endParaRPr>
          </a:p>
          <a:p>
            <a:r>
              <a:rPr lang="en-GB" sz="1600" b="1" kern="0">
                <a:solidFill>
                  <a:srgbClr val="0070C0"/>
                </a:solidFill>
                <a:latin typeface="Arial"/>
                <a:ea typeface="+mj-lt"/>
                <a:cs typeface="Segoe UI"/>
              </a:rPr>
              <a:t>Quick </a:t>
            </a:r>
            <a:r>
              <a:rPr lang="en-GB" sz="1600" b="1" kern="0">
                <a:solidFill>
                  <a:srgbClr val="0070C0"/>
                </a:solidFill>
                <a:latin typeface="Arial"/>
                <a:cs typeface="Segoe UI"/>
              </a:rPr>
              <a:t>Setup</a:t>
            </a:r>
            <a:endParaRPr lang="en-US" sz="1600" kern="0">
              <a:solidFill>
                <a:srgbClr val="0070C0"/>
              </a:solidFill>
              <a:latin typeface="Arial"/>
              <a:ea typeface="Verdana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GB" sz="1600" kern="0">
                <a:solidFill>
                  <a:srgbClr val="0070C0"/>
                </a:solidFill>
                <a:latin typeface="Arial"/>
                <a:cs typeface="Segoe UI"/>
              </a:rPr>
              <a:t>Clone repository</a:t>
            </a:r>
            <a:endParaRPr lang="en-US" sz="1600" kern="0">
              <a:solidFill>
                <a:srgbClr val="0070C0"/>
              </a:solidFill>
              <a:latin typeface="Arial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GB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Restore dependencies: dotnet restore</a:t>
            </a:r>
            <a:endParaRPr lang="en-US" sz="1600" kern="0">
              <a:solidFill>
                <a:srgbClr val="0070C0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 sz="1600" kern="0">
                <a:solidFill>
                  <a:srgbClr val="0070C0"/>
                </a:solidFill>
                <a:latin typeface="Arial"/>
                <a:cs typeface="Arial"/>
              </a:rPr>
              <a:t>Run tests: dotnet test</a:t>
            </a:r>
            <a:endParaRPr lang="en-US" sz="1600" kern="0">
              <a:solidFill>
                <a:srgbClr val="0070C0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 sz="1600" kern="0">
                <a:solidFill>
                  <a:srgbClr val="0070C0"/>
                </a:solidFill>
                <a:latin typeface="Arial"/>
                <a:cs typeface="Arial"/>
              </a:rPr>
              <a:t>Generates HTML reports &amp; test artifacts i</a:t>
            </a:r>
            <a:r>
              <a:rPr lang="en-GB" sz="1600" kern="0">
                <a:solidFill>
                  <a:srgbClr val="0070C0"/>
                </a:solidFill>
                <a:latin typeface="Arial"/>
                <a:ea typeface="+mj-lt"/>
                <a:cs typeface="Segoe UI"/>
              </a:rPr>
              <a:t>n </a:t>
            </a:r>
            <a:r>
              <a:rPr lang="en-GB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\bin\Debug\net6.0\</a:t>
            </a:r>
            <a:r>
              <a:rPr lang="en-GB" sz="1600" kern="0" err="1">
                <a:solidFill>
                  <a:srgbClr val="0070C0"/>
                </a:solidFill>
                <a:latin typeface="Arial"/>
                <a:ea typeface="+mj-lt"/>
                <a:cs typeface="+mj-lt"/>
              </a:rPr>
              <a:t>TestReports</a:t>
            </a:r>
            <a:r>
              <a:rPr lang="en-GB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 and Artifacts in pipeline</a:t>
            </a:r>
            <a:endParaRPr lang="en-US" sz="1600" kern="0">
              <a:solidFill>
                <a:srgbClr val="0070C0"/>
              </a:solidFill>
              <a:latin typeface="Arial"/>
              <a:ea typeface="+mj-lt"/>
              <a:cs typeface="+mj-lt"/>
            </a:endParaRPr>
          </a:p>
          <a:p>
            <a:r>
              <a:rPr lang="en-GB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  <a:t>   </a:t>
            </a:r>
            <a:br>
              <a:rPr lang="en-GB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br>
              <a:rPr lang="en-GB" sz="1600" kern="0">
                <a:latin typeface="Arial"/>
                <a:ea typeface="+mj-lt"/>
                <a:cs typeface="+mj-lt"/>
              </a:rPr>
            </a:br>
            <a:br>
              <a:rPr lang="en-GB" sz="1600" kern="0">
                <a:latin typeface="Arial"/>
                <a:ea typeface="+mj-lt"/>
                <a:cs typeface="+mj-lt"/>
              </a:rPr>
            </a:br>
            <a:r>
              <a:rPr lang="en-GB" sz="1600" b="1" kern="0">
                <a:solidFill>
                  <a:srgbClr val="0070C0"/>
                </a:solidFill>
                <a:latin typeface="Arial"/>
                <a:ea typeface="+mj-lt"/>
                <a:cs typeface="Arial"/>
              </a:rPr>
              <a:t>Pipeline schedules:</a:t>
            </a:r>
            <a:br>
              <a:rPr lang="en-GB" sz="1600" b="1" kern="0">
                <a:solidFill>
                  <a:srgbClr val="0070C0"/>
                </a:solidFill>
                <a:latin typeface="Arial"/>
                <a:ea typeface="+mj-lt"/>
                <a:cs typeface="Arial"/>
              </a:rPr>
            </a:br>
            <a:br>
              <a:rPr lang="en-GB" sz="1600" b="1" kern="0">
                <a:latin typeface="Arial"/>
                <a:ea typeface="+mj-lt"/>
                <a:cs typeface="Arial"/>
              </a:rPr>
            </a:br>
            <a:br>
              <a:rPr lang="en-GB" sz="1600" b="1" kern="0">
                <a:latin typeface="Arial"/>
                <a:ea typeface="+mj-lt"/>
                <a:cs typeface="Arial"/>
              </a:rPr>
            </a:br>
            <a:br>
              <a:rPr lang="en-GB" sz="1600" b="1" kern="0">
                <a:latin typeface="Arial"/>
                <a:ea typeface="+mj-lt"/>
                <a:cs typeface="Arial"/>
              </a:rPr>
            </a:br>
            <a:br>
              <a:rPr lang="en-GB" sz="1600" b="1" kern="0">
                <a:latin typeface="Arial"/>
                <a:ea typeface="+mj-lt"/>
                <a:cs typeface="Arial"/>
              </a:rPr>
            </a:br>
            <a:br>
              <a:rPr lang="en-GB" sz="1600" b="1" kern="0">
                <a:latin typeface="Arial"/>
                <a:ea typeface="+mj-lt"/>
                <a:cs typeface="Arial"/>
              </a:rPr>
            </a:br>
            <a:br>
              <a:rPr lang="en-GB" sz="1600" b="1" kern="0">
                <a:latin typeface="Arial"/>
                <a:ea typeface="+mj-lt"/>
                <a:cs typeface="Arial"/>
              </a:rPr>
            </a:br>
            <a:br>
              <a:rPr lang="en-GB" sz="1600" b="1" kern="0">
                <a:latin typeface="Arial"/>
                <a:ea typeface="+mj-lt"/>
                <a:cs typeface="Arial"/>
              </a:rPr>
            </a:br>
            <a:br>
              <a:rPr lang="en-GB" sz="1600" b="1" kern="0">
                <a:latin typeface="Arial"/>
                <a:ea typeface="+mj-lt"/>
                <a:cs typeface="Arial"/>
              </a:rPr>
            </a:br>
            <a:br>
              <a:rPr lang="en-GB" sz="1600" b="1" kern="0">
                <a:latin typeface="Arial"/>
                <a:ea typeface="+mj-lt"/>
                <a:cs typeface="Arial"/>
              </a:rPr>
            </a:br>
            <a:br>
              <a:rPr lang="en-GB" sz="1600" b="1" kern="0">
                <a:latin typeface="Arial"/>
                <a:ea typeface="+mj-lt"/>
                <a:cs typeface="Arial"/>
              </a:rPr>
            </a:br>
            <a:br>
              <a:rPr lang="en-GB" sz="1600" b="1" kern="0">
                <a:latin typeface="Arial"/>
                <a:ea typeface="+mj-lt"/>
                <a:cs typeface="Arial"/>
              </a:rPr>
            </a:br>
            <a:endParaRPr lang="en-GB" sz="1600" kern="0">
              <a:latin typeface="Arial"/>
              <a:ea typeface="+mj-lt"/>
              <a:cs typeface="+mj-lt"/>
            </a:endParaRPr>
          </a:p>
          <a:p>
            <a:r>
              <a:rPr lang="en-GB" sz="1600" b="1" kern="0">
                <a:solidFill>
                  <a:srgbClr val="0070C0"/>
                </a:solidFill>
                <a:latin typeface="Arial"/>
                <a:ea typeface="+mj-lt"/>
                <a:cs typeface="Arial"/>
              </a:rPr>
              <a:t>Pipelines- Run status:-</a:t>
            </a:r>
            <a:br>
              <a:rPr lang="en-GB" sz="1600" b="1" kern="0">
                <a:solidFill>
                  <a:srgbClr val="0070C0"/>
                </a:solidFill>
                <a:latin typeface="Arial"/>
                <a:ea typeface="+mj-lt"/>
                <a:cs typeface="Segoe UI"/>
              </a:rPr>
            </a:br>
            <a:br>
              <a:rPr lang="en-GB" sz="1600" b="1" kern="0">
                <a:latin typeface="Arial"/>
                <a:ea typeface="+mj-lt"/>
                <a:cs typeface="Segoe UI"/>
              </a:rPr>
            </a:br>
            <a:br>
              <a:rPr lang="en-GB" sz="1600" b="1" kern="0">
                <a:latin typeface="Arial"/>
                <a:ea typeface="+mj-lt"/>
                <a:cs typeface="Segoe UI"/>
              </a:rPr>
            </a:br>
            <a:br>
              <a:rPr lang="en-US" sz="1600" kern="0">
                <a:solidFill>
                  <a:srgbClr val="0070C0"/>
                </a:solidFill>
                <a:latin typeface="Arial"/>
                <a:ea typeface="+mj-lt"/>
                <a:cs typeface="+mj-lt"/>
              </a:rPr>
            </a:br>
            <a:br>
              <a:rPr lang="en-US" sz="1600" kern="0">
                <a:latin typeface="Arial"/>
                <a:ea typeface="+mj-lt"/>
                <a:cs typeface="+mj-lt"/>
              </a:rPr>
            </a:br>
            <a:br>
              <a:rPr lang="en-US" sz="1600" kern="0">
                <a:latin typeface="Arial"/>
                <a:ea typeface="+mj-lt"/>
                <a:cs typeface="+mj-lt"/>
              </a:rPr>
            </a:br>
            <a:br>
              <a:rPr lang="en-GB" sz="1600" b="1">
                <a:solidFill>
                  <a:srgbClr val="0070C0"/>
                </a:solidFill>
                <a:latin typeface="Arial"/>
                <a:ea typeface="+mn-lt"/>
                <a:cs typeface="Segoe UI"/>
              </a:rPr>
            </a:br>
            <a:endParaRPr lang="en-GB" sz="1600" b="1">
              <a:solidFill>
                <a:srgbClr val="0070C0"/>
              </a:solidFill>
              <a:latin typeface="Arial"/>
              <a:ea typeface="+mn-lt"/>
              <a:cs typeface="Segoe UI"/>
            </a:endParaRPr>
          </a:p>
        </p:txBody>
      </p:sp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B3235256-FCFD-C225-B8C7-2D48E397F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74" y="5133975"/>
            <a:ext cx="11261043" cy="1578500"/>
          </a:xfrm>
          <a:prstGeom prst="rect">
            <a:avLst/>
          </a:prstGeom>
        </p:spPr>
      </p:pic>
      <p:pic>
        <p:nvPicPr>
          <p:cNvPr id="7" name="Picture 6" descr="A screenshot of a web page&#10;&#10;AI-generated content may be incorrect.">
            <a:extLst>
              <a:ext uri="{FF2B5EF4-FFF2-40B4-BE49-F238E27FC236}">
                <a16:creationId xmlns:a16="http://schemas.microsoft.com/office/drawing/2014/main" id="{65833CC0-5287-6B81-76E2-92DE45139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" y="2483191"/>
            <a:ext cx="11277600" cy="215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22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6726-D484-9B04-4187-9663701EB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6C400-9BA1-1357-FFBC-1C62DEAF9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0B9C-3F14-66E7-B12A-5B802C8BC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58056-CF41-5523-7519-4F86D5654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11</a:t>
            </a:fld>
            <a:endParaRPr lang="en-US"/>
          </a:p>
        </p:txBody>
      </p:sp>
      <p:pic>
        <p:nvPicPr>
          <p:cNvPr id="12" name="Picture 11" descr="A screenshot of a chat&#10;&#10;AI-generated content may be incorrect.">
            <a:extLst>
              <a:ext uri="{FF2B5EF4-FFF2-40B4-BE49-F238E27FC236}">
                <a16:creationId xmlns:a16="http://schemas.microsoft.com/office/drawing/2014/main" id="{9C752951-E9AB-5056-8D74-763B7C910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66" y="3048865"/>
            <a:ext cx="8911069" cy="100965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27E7B7-91A8-EA1F-9FA9-A96231E71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65" y="4368944"/>
            <a:ext cx="8911070" cy="1971675"/>
          </a:xfrm>
          <a:prstGeom prst="rect">
            <a:avLst/>
          </a:prstGeom>
        </p:spPr>
      </p:pic>
      <p:sp>
        <p:nvSpPr>
          <p:cNvPr id="15" name="Title 7">
            <a:extLst>
              <a:ext uri="{FF2B5EF4-FFF2-40B4-BE49-F238E27FC236}">
                <a16:creationId xmlns:a16="http://schemas.microsoft.com/office/drawing/2014/main" id="{9F5B7E89-9536-2C04-B18D-E8A48A1B5BA7}"/>
              </a:ext>
            </a:extLst>
          </p:cNvPr>
          <p:cNvSpPr txBox="1">
            <a:spLocks/>
          </p:cNvSpPr>
          <p:nvPr/>
        </p:nvSpPr>
        <p:spPr>
          <a:xfrm>
            <a:off x="732328" y="138098"/>
            <a:ext cx="5356118" cy="27665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>
                <a:solidFill>
                  <a:srgbClr val="0070C0"/>
                </a:solidFill>
                <a:latin typeface="Arial"/>
                <a:ea typeface="+mn-lt"/>
                <a:cs typeface="Segoe UI"/>
              </a:rPr>
              <a:t>Reporting</a:t>
            </a:r>
            <a:br>
              <a:rPr lang="en-GB" sz="1600" b="1">
                <a:solidFill>
                  <a:srgbClr val="0070C0"/>
                </a:solidFill>
                <a:latin typeface="Arial"/>
                <a:ea typeface="+mn-lt"/>
                <a:cs typeface="Segoe UI"/>
              </a:rPr>
            </a:br>
            <a:endParaRPr lang="en-US" sz="2000">
              <a:solidFill>
                <a:srgbClr val="0070C0"/>
              </a:solidFill>
              <a:latin typeface="Arial"/>
              <a:ea typeface="+mn-lt"/>
              <a:cs typeface="Segoe UI"/>
            </a:endParaRPr>
          </a:p>
          <a:p>
            <a:r>
              <a:rPr lang="en-GB" sz="2000" b="1">
                <a:solidFill>
                  <a:srgbClr val="0070C0"/>
                </a:solidFill>
                <a:latin typeface="Arial"/>
                <a:ea typeface="+mn-lt"/>
                <a:cs typeface="Segoe UI"/>
              </a:rPr>
              <a:t>Extent Reports Features</a:t>
            </a:r>
            <a:br>
              <a:rPr lang="en-GB" sz="2000" b="1">
                <a:solidFill>
                  <a:srgbClr val="0070C0"/>
                </a:solidFill>
                <a:latin typeface="Arial"/>
                <a:ea typeface="+mn-lt"/>
                <a:cs typeface="Segoe UI"/>
              </a:rPr>
            </a:br>
            <a:endParaRPr lang="en-US" sz="2000">
              <a:solidFill>
                <a:srgbClr val="0070C0"/>
              </a:solidFill>
              <a:latin typeface="Arial"/>
              <a:ea typeface="+mn-lt"/>
              <a:cs typeface="Segoe UI"/>
            </a:endParaRPr>
          </a:p>
          <a:p>
            <a:pPr marL="285750" indent="-285750">
              <a:buFont typeface="Symbol"/>
              <a:buChar char="•"/>
            </a:pPr>
            <a:r>
              <a:rPr lang="en-GB" sz="1600">
                <a:solidFill>
                  <a:srgbClr val="0070C0"/>
                </a:solidFill>
                <a:latin typeface="Arial"/>
                <a:ea typeface="Verdana"/>
                <a:cs typeface="+mn-lt"/>
              </a:rPr>
              <a:t>Feature-level grouping</a:t>
            </a:r>
            <a:endParaRPr lang="en-US" sz="1600">
              <a:solidFill>
                <a:srgbClr val="0070C0"/>
              </a:solidFill>
              <a:latin typeface="Arial"/>
              <a:ea typeface="Verdana"/>
              <a:cs typeface="+mn-lt"/>
            </a:endParaRPr>
          </a:p>
          <a:p>
            <a:pPr marL="285750" indent="-285750">
              <a:buFont typeface="Symbol"/>
              <a:buChar char="•"/>
            </a:pPr>
            <a:r>
              <a:rPr lang="en-GB" sz="1600">
                <a:solidFill>
                  <a:srgbClr val="0070C0"/>
                </a:solidFill>
                <a:latin typeface="Arial"/>
                <a:ea typeface="Verdana"/>
                <a:cs typeface="+mn-lt"/>
              </a:rPr>
              <a:t>Scenario-level test logs</a:t>
            </a:r>
            <a:endParaRPr lang="en-US" sz="1600">
              <a:solidFill>
                <a:srgbClr val="0070C0"/>
              </a:solidFill>
              <a:latin typeface="Arial"/>
              <a:ea typeface="Verdana"/>
              <a:cs typeface="+mn-lt"/>
            </a:endParaRPr>
          </a:p>
          <a:p>
            <a:pPr marL="285750" indent="-285750">
              <a:buFont typeface="Symbol"/>
              <a:buChar char="•"/>
            </a:pPr>
            <a:r>
              <a:rPr lang="en-GB" sz="1600">
                <a:solidFill>
                  <a:srgbClr val="0070C0"/>
                </a:solidFill>
                <a:latin typeface="Arial"/>
                <a:ea typeface="Verdana"/>
                <a:cs typeface="+mn-lt"/>
              </a:rPr>
              <a:t>Step-by-step execution details</a:t>
            </a:r>
            <a:endParaRPr lang="en-US" sz="1600">
              <a:solidFill>
                <a:srgbClr val="0070C0"/>
              </a:solidFill>
              <a:latin typeface="Arial"/>
              <a:ea typeface="Verdana"/>
              <a:cs typeface="+mn-lt"/>
            </a:endParaRPr>
          </a:p>
          <a:p>
            <a:pPr marL="285750" indent="-285750">
              <a:buFont typeface="Symbol"/>
              <a:buChar char="•"/>
            </a:pPr>
            <a:r>
              <a:rPr lang="en-GB" sz="1600">
                <a:solidFill>
                  <a:srgbClr val="0070C0"/>
                </a:solidFill>
                <a:latin typeface="Arial"/>
                <a:ea typeface="Verdana"/>
                <a:cs typeface="+mn-lt"/>
              </a:rPr>
              <a:t>Failure analysis with stack traces</a:t>
            </a:r>
            <a:endParaRPr lang="en-US" sz="1600">
              <a:solidFill>
                <a:srgbClr val="0070C0"/>
              </a:solidFill>
              <a:latin typeface="Arial"/>
              <a:ea typeface="Verdana"/>
              <a:cs typeface="+mn-lt"/>
            </a:endParaRPr>
          </a:p>
          <a:p>
            <a:pPr marL="285750" indent="-285750">
              <a:buFont typeface="Symbol"/>
              <a:buChar char="•"/>
            </a:pPr>
            <a:r>
              <a:rPr lang="en-GB" sz="1600">
                <a:solidFill>
                  <a:srgbClr val="0070C0"/>
                </a:solidFill>
                <a:latin typeface="Arial"/>
                <a:ea typeface="Verdana"/>
                <a:cs typeface="+mn-lt"/>
              </a:rPr>
              <a:t>Tag-based filtering</a:t>
            </a:r>
            <a:endParaRPr lang="en-US" sz="1600">
              <a:solidFill>
                <a:srgbClr val="0070C0"/>
              </a:solidFill>
              <a:latin typeface="Arial"/>
              <a:ea typeface="Verdana"/>
              <a:cs typeface="+mn-lt"/>
            </a:endParaRPr>
          </a:p>
          <a:p>
            <a:pPr marL="285750" indent="-285750">
              <a:buFont typeface="Symbol"/>
              <a:buChar char="•"/>
            </a:pPr>
            <a:r>
              <a:rPr lang="en-GB" sz="1600">
                <a:solidFill>
                  <a:srgbClr val="0070C0"/>
                </a:solidFill>
                <a:latin typeface="Arial"/>
                <a:ea typeface="Verdana"/>
                <a:cs typeface="+mn-lt"/>
              </a:rPr>
              <a:t>Auto-generated HTML reports</a:t>
            </a:r>
            <a:endParaRPr lang="en-US" sz="1600">
              <a:solidFill>
                <a:srgbClr val="0070C0"/>
              </a:solidFill>
              <a:latin typeface="Arial"/>
              <a:ea typeface="Verdana"/>
              <a:cs typeface="+mn-lt"/>
            </a:endParaRPr>
          </a:p>
          <a:p>
            <a:endParaRPr lang="en-GB" sz="1600" b="1">
              <a:solidFill>
                <a:srgbClr val="0070C0"/>
              </a:solidFill>
              <a:latin typeface="Aria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0083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4666D-565A-65D9-B84C-5E94B405D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F4448-9B95-B520-E44F-93678355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CC3E2-608E-1EAC-8CFE-B21A15AC5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0E34A-B0EB-A22B-D27D-AEC9B24E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12</a:t>
            </a:fld>
            <a:endParaRPr lang="en-US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54B394-288B-A795-F057-620FFDF0F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20" y="1211686"/>
            <a:ext cx="5620616" cy="2058369"/>
          </a:xfrm>
          <a:prstGeom prst="rect">
            <a:avLst/>
          </a:prstGeom>
        </p:spPr>
      </p:pic>
      <p:pic>
        <p:nvPicPr>
          <p:cNvPr id="11" name="Picture 10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A370A954-A3EE-DC93-E0DF-810DC42B1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89" y="3429026"/>
            <a:ext cx="5627543" cy="2950153"/>
          </a:xfrm>
          <a:prstGeom prst="rect">
            <a:avLst/>
          </a:prstGeom>
        </p:spPr>
      </p:pic>
      <p:sp>
        <p:nvSpPr>
          <p:cNvPr id="15" name="Title 7">
            <a:extLst>
              <a:ext uri="{FF2B5EF4-FFF2-40B4-BE49-F238E27FC236}">
                <a16:creationId xmlns:a16="http://schemas.microsoft.com/office/drawing/2014/main" id="{66982A2D-09FA-96D9-BE21-3227716FCB6B}"/>
              </a:ext>
            </a:extLst>
          </p:cNvPr>
          <p:cNvSpPr txBox="1">
            <a:spLocks/>
          </p:cNvSpPr>
          <p:nvPr/>
        </p:nvSpPr>
        <p:spPr>
          <a:xfrm>
            <a:off x="732328" y="138098"/>
            <a:ext cx="5356118" cy="27665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>
                <a:solidFill>
                  <a:srgbClr val="0070C0"/>
                </a:solidFill>
                <a:latin typeface="Arial"/>
                <a:ea typeface="+mn-lt"/>
                <a:cs typeface="Segoe UI"/>
              </a:rPr>
              <a:t>Reporting</a:t>
            </a:r>
            <a:br>
              <a:rPr lang="en-GB" sz="1600" b="1">
                <a:solidFill>
                  <a:srgbClr val="0070C0"/>
                </a:solidFill>
                <a:latin typeface="Arial"/>
                <a:ea typeface="+mn-lt"/>
                <a:cs typeface="Segoe UI"/>
              </a:rPr>
            </a:br>
            <a:endParaRPr lang="en-US" sz="2000">
              <a:solidFill>
                <a:srgbClr val="0070C0"/>
              </a:solidFill>
              <a:latin typeface="Arial"/>
              <a:ea typeface="+mn-lt"/>
              <a:cs typeface="Segoe UI"/>
            </a:endParaRPr>
          </a:p>
          <a:p>
            <a:r>
              <a:rPr lang="en-GB" sz="1600">
                <a:solidFill>
                  <a:srgbClr val="0070C0"/>
                </a:solidFill>
                <a:latin typeface="Arial"/>
                <a:ea typeface="+mn-lt"/>
                <a:cs typeface="Arial"/>
              </a:rPr>
              <a:t>Step-by-step execution details</a:t>
            </a:r>
            <a:endParaRPr lang="en-US" sz="160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endParaRPr lang="en-GB" sz="2000" b="1">
              <a:latin typeface="Arial"/>
              <a:ea typeface="+mn-lt"/>
              <a:cs typeface="Segoe UI"/>
            </a:endParaRPr>
          </a:p>
          <a:p>
            <a:pPr marL="285750" indent="-285750">
              <a:buFont typeface="Symbol"/>
              <a:buChar char="•"/>
            </a:pPr>
            <a:endParaRPr lang="en-GB" sz="1600">
              <a:solidFill>
                <a:srgbClr val="0070C0"/>
              </a:solidFill>
              <a:latin typeface="Arial"/>
              <a:ea typeface="Verdana"/>
              <a:cs typeface="+mn-lt"/>
            </a:endParaRPr>
          </a:p>
          <a:p>
            <a:endParaRPr lang="en-GB" sz="1600" b="1">
              <a:solidFill>
                <a:srgbClr val="0070C0"/>
              </a:solidFill>
              <a:latin typeface="Aria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0786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94622-A730-5CC5-C84C-4944ECBE5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6380E-F5A1-76E4-3B4D-98512CC3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A7B92-0F7C-1D99-6957-4893E885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0B06C-0A4F-02CA-10F1-41F1157C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13</a:t>
            </a:fld>
            <a:endParaRPr lang="en-US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EE1FA47D-11F1-9FA8-BEB4-2B49F3D20652}"/>
              </a:ext>
            </a:extLst>
          </p:cNvPr>
          <p:cNvSpPr txBox="1">
            <a:spLocks/>
          </p:cNvSpPr>
          <p:nvPr/>
        </p:nvSpPr>
        <p:spPr>
          <a:xfrm>
            <a:off x="732328" y="138098"/>
            <a:ext cx="5356118" cy="27665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>
                <a:solidFill>
                  <a:srgbClr val="0070C0"/>
                </a:solidFill>
                <a:latin typeface="Arial"/>
                <a:ea typeface="+mn-lt"/>
                <a:cs typeface="Segoe UI"/>
              </a:rPr>
              <a:t>Reporting</a:t>
            </a:r>
            <a:br>
              <a:rPr lang="en-GB" sz="1600" b="1">
                <a:solidFill>
                  <a:srgbClr val="0070C0"/>
                </a:solidFill>
                <a:latin typeface="Arial"/>
                <a:ea typeface="+mn-lt"/>
                <a:cs typeface="Segoe UI"/>
              </a:rPr>
            </a:br>
            <a:endParaRPr lang="en-US" sz="2000">
              <a:solidFill>
                <a:srgbClr val="0070C0"/>
              </a:solidFill>
              <a:latin typeface="Arial"/>
              <a:ea typeface="+mn-lt"/>
              <a:cs typeface="Segoe UI"/>
            </a:endParaRPr>
          </a:p>
          <a:p>
            <a:r>
              <a:rPr lang="en-GB" sz="1600">
                <a:solidFill>
                  <a:srgbClr val="0070C0"/>
                </a:solidFill>
                <a:latin typeface="Arial"/>
                <a:ea typeface="+mn-lt"/>
                <a:cs typeface="Arial"/>
              </a:rPr>
              <a:t>Tag-based filtering</a:t>
            </a:r>
            <a:endParaRPr lang="en-US" sz="160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endParaRPr lang="en-GB" sz="1600">
              <a:solidFill>
                <a:srgbClr val="0070C0"/>
              </a:solidFill>
              <a:latin typeface="Arial"/>
              <a:ea typeface="+mn-lt"/>
              <a:cs typeface="Arial"/>
            </a:endParaRPr>
          </a:p>
          <a:p>
            <a:pPr marL="285750" indent="-285750">
              <a:buFont typeface="Symbol"/>
              <a:buChar char="•"/>
            </a:pPr>
            <a:endParaRPr lang="en-GB" sz="1600">
              <a:solidFill>
                <a:srgbClr val="0070C0"/>
              </a:solidFill>
              <a:latin typeface="Arial"/>
              <a:ea typeface="Verdana"/>
              <a:cs typeface="+mn-lt"/>
            </a:endParaRPr>
          </a:p>
          <a:p>
            <a:endParaRPr lang="en-GB" sz="1600" b="1">
              <a:solidFill>
                <a:srgbClr val="0070C0"/>
              </a:solidFill>
              <a:latin typeface="Arial"/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ACB585-6D81-D220-9FB6-60430C2D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42" y="1357542"/>
            <a:ext cx="8176779" cy="2572871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60E093-92D1-5AB5-5AC7-FDE9C823F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90" y="3934488"/>
            <a:ext cx="8176779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51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6AD63-0368-41FB-AB97-37A520D3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7F6E6-6478-0ED7-9BF7-D221E809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448D7-790B-9854-0BDE-C62AB5BB2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D992F-14FD-79D1-4127-6371DB51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91C079-564B-BCDD-39EF-CF5DF2F87B44}"/>
              </a:ext>
            </a:extLst>
          </p:cNvPr>
          <p:cNvSpPr txBox="1"/>
          <p:nvPr/>
        </p:nvSpPr>
        <p:spPr>
          <a:xfrm>
            <a:off x="672353" y="334138"/>
            <a:ext cx="9398678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>
                <a:solidFill>
                  <a:srgbClr val="0070C0"/>
                </a:solidFill>
                <a:latin typeface="Arial"/>
                <a:ea typeface="+mn-lt"/>
                <a:cs typeface="+mn-lt"/>
              </a:rPr>
              <a:t>Benefits </a:t>
            </a:r>
            <a:endParaRPr lang="en-US" sz="360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GB" sz="2000" b="1">
                <a:solidFill>
                  <a:srgbClr val="0070C0"/>
                </a:solidFill>
                <a:latin typeface="Arial"/>
                <a:ea typeface="+mn-lt"/>
                <a:cs typeface="+mn-lt"/>
              </a:rPr>
              <a:t>Why This Framework? </a:t>
            </a:r>
            <a:endParaRPr lang="en-GB" sz="2000" b="1">
              <a:solidFill>
                <a:srgbClr val="0070C0"/>
              </a:solidFill>
              <a:latin typeface="Arial"/>
              <a:cs typeface="Arial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ü"/>
            </a:pPr>
            <a:r>
              <a:rPr lang="en-GB">
                <a:solidFill>
                  <a:srgbClr val="0070C0"/>
                </a:solidFill>
                <a:latin typeface="Arial"/>
                <a:ea typeface="+mn-lt"/>
                <a:cs typeface="+mn-lt"/>
              </a:rPr>
              <a:t>Clean, readable tests (BDD) </a:t>
            </a:r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ü"/>
            </a:pPr>
            <a:r>
              <a:rPr lang="en-GB">
                <a:solidFill>
                  <a:srgbClr val="0070C0"/>
                </a:solidFill>
                <a:latin typeface="Arial"/>
                <a:ea typeface="+mn-lt"/>
                <a:cs typeface="+mn-lt"/>
              </a:rPr>
              <a:t>Detailed reporting </a:t>
            </a:r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ü"/>
            </a:pPr>
            <a:r>
              <a:rPr lang="en-GB">
                <a:solidFill>
                  <a:srgbClr val="0070C0"/>
                </a:solidFill>
                <a:latin typeface="Arial"/>
                <a:ea typeface="+mn-lt"/>
                <a:cs typeface="+mn-lt"/>
              </a:rPr>
              <a:t>Easy maintenance </a:t>
            </a:r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ü"/>
            </a:pPr>
            <a:r>
              <a:rPr lang="en-GB">
                <a:solidFill>
                  <a:srgbClr val="0070C0"/>
                </a:solidFill>
                <a:latin typeface="Arial"/>
                <a:ea typeface="+mn-lt"/>
                <a:cs typeface="+mn-lt"/>
              </a:rPr>
              <a:t>Scalable architecture </a:t>
            </a:r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ü"/>
            </a:pPr>
            <a:r>
              <a:rPr lang="en-GB">
                <a:solidFill>
                  <a:srgbClr val="0070C0"/>
                </a:solidFill>
                <a:latin typeface="Arial"/>
                <a:ea typeface="+mn-lt"/>
                <a:cs typeface="+mn-lt"/>
              </a:rPr>
              <a:t>Fast execution </a:t>
            </a:r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ü"/>
            </a:pPr>
            <a:r>
              <a:rPr lang="en-GB">
                <a:solidFill>
                  <a:srgbClr val="0070C0"/>
                </a:solidFill>
                <a:latin typeface="Arial"/>
                <a:ea typeface="+mn-lt"/>
                <a:cs typeface="+mn-lt"/>
              </a:rPr>
              <a:t>CI/CD integration </a:t>
            </a:r>
          </a:p>
          <a:p>
            <a:endParaRPr lang="en-GB">
              <a:solidFill>
                <a:srgbClr val="0070C0"/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ü"/>
            </a:pPr>
            <a:r>
              <a:rPr lang="en-GB">
                <a:solidFill>
                  <a:srgbClr val="0070C0"/>
                </a:solidFill>
                <a:latin typeface="Arial"/>
                <a:cs typeface="Arial"/>
              </a:rPr>
              <a:t>Dockerized</a:t>
            </a:r>
          </a:p>
        </p:txBody>
      </p:sp>
      <p:pic>
        <p:nvPicPr>
          <p:cNvPr id="3" name="Picture 2" descr="Hands holding coins with dollar sign&#10;&#10;AI-generated content may be incorrect.">
            <a:extLst>
              <a:ext uri="{FF2B5EF4-FFF2-40B4-BE49-F238E27FC236}">
                <a16:creationId xmlns:a16="http://schemas.microsoft.com/office/drawing/2014/main" id="{2673C0A0-2596-7BF6-7052-B699DF548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540" y="327746"/>
            <a:ext cx="3245428" cy="169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56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807AB-6A1F-0637-9BFD-8FAB4C8BD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C3475-BA92-ABE4-297F-8481D4673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B23C-0866-475D-AE88-003EE148DE8F}" type="datetime1"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218A2-3BEE-8783-EED0-064001EF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67490-1F3F-53F1-3F6F-AE6FD555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15</a:t>
            </a:fld>
            <a:endParaRPr lang="en-US"/>
          </a:p>
        </p:txBody>
      </p:sp>
      <p:pic>
        <p:nvPicPr>
          <p:cNvPr id="12" name="Content Placeholder 11" descr="A group of people sitting on letters&#10;&#10;AI-generated content may be incorrect.">
            <a:extLst>
              <a:ext uri="{FF2B5EF4-FFF2-40B4-BE49-F238E27FC236}">
                <a16:creationId xmlns:a16="http://schemas.microsoft.com/office/drawing/2014/main" id="{6F8A8603-79A8-DCA3-6D4A-0D95D85B2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963" y="1512717"/>
            <a:ext cx="11212044" cy="416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7190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AccentBoxVTI</vt:lpstr>
      <vt:lpstr>Test Automation Task</vt:lpstr>
      <vt:lpstr>  Project Objective   To design, develop, and automate a robust acceptance test suite for the  Restful-booker Booking API, ensuring high-quality test coverage and integrating  the solution into a modern CI/CD pipeline.   Key Tasks &amp; Requirements  Test Development: Write acceptance tests using Cucumber/SpecFlow/.NET (Gherkin &amp; C#) with Visual Studio or a programming language of choice Cover all critical APIs: GetBookingIds, GetBooking, CreateBooking, UpdateBooking. Utilize Scenario Outline for data-driven testing.  Execution &amp; Reporting: Generate a detailed Test Execution Report after each run.  Containerization &amp; DevOps: Dockerize the entire test solution for portability and consistency. Execute the tests automatically in a pipeline (Azure DevOps or GitLab CI).   </vt:lpstr>
      <vt:lpstr> Overview on what was built  Automated testing framework for Restful-Booker API Behaviour-Driven Development (BDD) approach Enterprise-ready with CI/CD integration Comprehensive reporting and scalability  Technologies &amp; Tools:  Core Language &amp; Platform:  . C# / .NET 6  Testing Framework: BDD &amp; Gherkin: SpecFlow Test Runner: NUnit  API &amp; Validation: API Client: RestSharp Assertions: FluentAssertions  DevOps &amp; Delivery: Containerization: Docker CI/CD Pipeline: GitLab CI  Reporting &amp; Tools: Test Reporting: Extent Reports IDE: Visual Studio     </vt:lpstr>
      <vt:lpstr>  Framework Capabilities   ✅ BDD-style scenarios (Gherkin)  ✅ HTML test reporting  ✅ Parallel test execution  ✅ Tag-based test filtering  ✅ Configuration management  ✅ Docker container support  ✅ CI/CD pipeline ready     </vt:lpstr>
      <vt:lpstr> Project Structure       </vt:lpstr>
      <vt:lpstr> Test Coverage   API Endpoints Validated:-     GET /booking - Retrieve booking IDs   GET /booking/{id} - Get booking details   POST /booking - Create new booking   PUT /booking/{id} - Update booking         </vt:lpstr>
      <vt:lpstr>PowerPoint Presentation</vt:lpstr>
      <vt:lpstr>PowerPoint Presentation</vt:lpstr>
      <vt:lpstr>PowerPoint Presentation</vt:lpstr>
      <vt:lpstr>Setup and execution  Quick Setup Clone repository Restore dependencies: dotnet restore Run tests: dotnet test Generates HTML reports &amp; test artifacts in \bin\Debug\net6.0\TestReports and Artifacts in pipeline       Pipeline schedules:             Pipelines- Run status:-     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2025-11-15T17:03:52Z</dcterms:created>
  <dcterms:modified xsi:type="dcterms:W3CDTF">2025-11-16T16:42:26Z</dcterms:modified>
</cp:coreProperties>
</file>